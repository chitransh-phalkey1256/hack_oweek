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6751-D356-4A3F-9CCD-216F9969543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D8B42-89F6-4FA5-BB2A-2C85A7286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722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6751-D356-4A3F-9CCD-216F9969543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D8B42-89F6-4FA5-BB2A-2C85A7286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257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6751-D356-4A3F-9CCD-216F9969543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D8B42-89F6-4FA5-BB2A-2C85A7286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675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6751-D356-4A3F-9CCD-216F9969543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D8B42-89F6-4FA5-BB2A-2C85A7286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982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6751-D356-4A3F-9CCD-216F9969543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D8B42-89F6-4FA5-BB2A-2C85A7286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00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6751-D356-4A3F-9CCD-216F9969543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D8B42-89F6-4FA5-BB2A-2C85A7286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662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6751-D356-4A3F-9CCD-216F9969543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D8B42-89F6-4FA5-BB2A-2C85A7286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212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6751-D356-4A3F-9CCD-216F9969543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D8B42-89F6-4FA5-BB2A-2C85A7286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990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6751-D356-4A3F-9CCD-216F9969543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D8B42-89F6-4FA5-BB2A-2C85A7286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4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6751-D356-4A3F-9CCD-216F9969543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D8B42-89F6-4FA5-BB2A-2C85A7286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447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6751-D356-4A3F-9CCD-216F9969543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D8B42-89F6-4FA5-BB2A-2C85A7286B4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7518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6751-D356-4A3F-9CCD-216F9969543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D8B42-89F6-4FA5-BB2A-2C85A7286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3984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6751-D356-4A3F-9CCD-216F9969543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D8B42-89F6-4FA5-BB2A-2C85A7286B4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0905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6751-D356-4A3F-9CCD-216F9969543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D8B42-89F6-4FA5-BB2A-2C85A7286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92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6751-D356-4A3F-9CCD-216F9969543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D8B42-89F6-4FA5-BB2A-2C85A7286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615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56751-D356-4A3F-9CCD-216F9969543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D8B42-89F6-4FA5-BB2A-2C85A7286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68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56751-D356-4A3F-9CCD-216F9969543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F7D8B42-89F6-4FA5-BB2A-2C85A7286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257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6BF792-A335-82A6-4E30-3E8D20E5C3CB}"/>
              </a:ext>
            </a:extLst>
          </p:cNvPr>
          <p:cNvSpPr txBox="1"/>
          <p:nvPr/>
        </p:nvSpPr>
        <p:spPr>
          <a:xfrm>
            <a:off x="1524000" y="666964"/>
            <a:ext cx="906923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Slide 1: Title Slide</a:t>
            </a:r>
          </a:p>
          <a:p>
            <a:pPr>
              <a:buNone/>
            </a:pPr>
            <a:endParaRPr lang="en-US" sz="3600" b="1" dirty="0"/>
          </a:p>
          <a:p>
            <a:pPr>
              <a:buNone/>
            </a:pPr>
            <a:r>
              <a:rPr lang="en-US" sz="3600" b="1" dirty="0" err="1"/>
              <a:t>WanderWorld</a:t>
            </a:r>
            <a:r>
              <a:rPr lang="en-US" sz="3600" b="1" dirty="0"/>
              <a:t> Travel Blog</a:t>
            </a:r>
          </a:p>
          <a:p>
            <a:pPr>
              <a:buNone/>
            </a:pPr>
            <a:br>
              <a:rPr lang="en-US" sz="3600" dirty="0"/>
            </a:br>
            <a:r>
              <a:rPr lang="en-US" sz="3600" dirty="0"/>
              <a:t>Explore The Beauty Of India ✈️</a:t>
            </a:r>
          </a:p>
          <a:p>
            <a:pPr>
              <a:buNone/>
            </a:pPr>
            <a:endParaRPr lang="en-US" sz="3600" dirty="0"/>
          </a:p>
          <a:p>
            <a:pPr>
              <a:buNone/>
            </a:pPr>
            <a:r>
              <a:rPr lang="en-US" sz="3600" b="1" dirty="0"/>
              <a:t>Presented By: Chitransh Phalkey</a:t>
            </a:r>
          </a:p>
          <a:p>
            <a:pPr>
              <a:buNone/>
            </a:pPr>
            <a:br>
              <a:rPr lang="en-US" sz="3600" dirty="0"/>
            </a:br>
            <a:r>
              <a:rPr lang="en-US" sz="3600" dirty="0"/>
              <a:t>Subject: Web Design / Mini Project</a:t>
            </a:r>
            <a:br>
              <a:rPr lang="en-US" sz="3600" dirty="0"/>
            </a:br>
            <a:r>
              <a:rPr lang="en-US" sz="3600" dirty="0"/>
              <a:t>Year: 2026</a:t>
            </a:r>
          </a:p>
        </p:txBody>
      </p:sp>
    </p:spTree>
    <p:extLst>
      <p:ext uri="{BB962C8B-B14F-4D97-AF65-F5344CB8AC3E}">
        <p14:creationId xmlns:p14="http://schemas.microsoft.com/office/powerpoint/2010/main" val="227994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E5BD93-7301-CF94-645F-5DC5ACB61A2B}"/>
              </a:ext>
            </a:extLst>
          </p:cNvPr>
          <p:cNvSpPr txBox="1"/>
          <p:nvPr/>
        </p:nvSpPr>
        <p:spPr>
          <a:xfrm>
            <a:off x="754812" y="310406"/>
            <a:ext cx="86709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Slide 2: Introduction</a:t>
            </a:r>
          </a:p>
          <a:p>
            <a:pPr>
              <a:buNone/>
            </a:pPr>
            <a:endParaRPr lang="en-IN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/>
              <a:t>WanderWorld</a:t>
            </a:r>
            <a:r>
              <a:rPr lang="en-IN" sz="2800" dirty="0"/>
              <a:t> ek travel blog website </a:t>
            </a:r>
            <a:r>
              <a:rPr lang="en-IN" sz="2800" dirty="0" err="1"/>
              <a:t>hai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India </a:t>
            </a:r>
            <a:r>
              <a:rPr lang="en-IN" sz="2800" dirty="0" err="1"/>
              <a:t>ke</a:t>
            </a:r>
            <a:r>
              <a:rPr lang="en-IN" sz="2800" dirty="0"/>
              <a:t> popular destinations cover </a:t>
            </a:r>
            <a:r>
              <a:rPr lang="en-IN" sz="2800" dirty="0" err="1"/>
              <a:t>karta</a:t>
            </a:r>
            <a:r>
              <a:rPr lang="en-IN" sz="2800" dirty="0"/>
              <a:t> </a:t>
            </a:r>
            <a:r>
              <a:rPr lang="en-IN" sz="2800" dirty="0" err="1"/>
              <a:t>hai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Simple multi-page layout using HTML, CSS &amp; JavaScript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Clean UI with modern font (Poppins)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Easy navigation with navbar</a:t>
            </a:r>
          </a:p>
        </p:txBody>
      </p:sp>
    </p:spTree>
    <p:extLst>
      <p:ext uri="{BB962C8B-B14F-4D97-AF65-F5344CB8AC3E}">
        <p14:creationId xmlns:p14="http://schemas.microsoft.com/office/powerpoint/2010/main" val="4028280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8262E8-2685-FD58-F9F4-C78128C8A747}"/>
              </a:ext>
            </a:extLst>
          </p:cNvPr>
          <p:cNvSpPr txBox="1"/>
          <p:nvPr/>
        </p:nvSpPr>
        <p:spPr>
          <a:xfrm>
            <a:off x="697301" y="428792"/>
            <a:ext cx="857322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Slide 3: Home Page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Attractive hero section with background image</a:t>
            </a:r>
          </a:p>
          <a:p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Tagline: </a:t>
            </a:r>
            <a:r>
              <a:rPr lang="en-US" sz="2800" i="1" dirty="0"/>
              <a:t>Explore The Beauty Of India</a:t>
            </a:r>
          </a:p>
          <a:p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3 Blog Cards: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Manali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Goa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Jaipur</a:t>
            </a:r>
          </a:p>
          <a:p>
            <a:pPr lvl="1"/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Each card contains: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Image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Short description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“Read More” button</a:t>
            </a:r>
          </a:p>
        </p:txBody>
      </p:sp>
    </p:spTree>
    <p:extLst>
      <p:ext uri="{BB962C8B-B14F-4D97-AF65-F5344CB8AC3E}">
        <p14:creationId xmlns:p14="http://schemas.microsoft.com/office/powerpoint/2010/main" val="3550318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3016A7-7B8B-C731-4527-738DA9BF6CB5}"/>
              </a:ext>
            </a:extLst>
          </p:cNvPr>
          <p:cNvSpPr txBox="1"/>
          <p:nvPr/>
        </p:nvSpPr>
        <p:spPr>
          <a:xfrm>
            <a:off x="553528" y="266812"/>
            <a:ext cx="894703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Slide 4: Manali &amp; Goa Page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b="1" dirty="0"/>
              <a:t>❄️ Manali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Hill station in Himachal Pradesh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Snow mountains &amp; adventure sports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Famous places: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Rohtang Pass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 err="1"/>
              <a:t>Solang</a:t>
            </a:r>
            <a:r>
              <a:rPr lang="en-IN" sz="2400" dirty="0"/>
              <a:t> Valley</a:t>
            </a:r>
          </a:p>
          <a:p>
            <a:pPr lvl="1"/>
            <a:endParaRPr lang="en-IN" sz="2400" dirty="0"/>
          </a:p>
          <a:p>
            <a:pPr>
              <a:buNone/>
            </a:pPr>
            <a:r>
              <a:rPr lang="en-IN" sz="2400" b="1" dirty="0"/>
              <a:t>🌴 Goa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Famous for beaches &amp; nightlife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Water sports activities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Popular attractions: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Baga Beach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Basilica of Bom Jesus</a:t>
            </a:r>
          </a:p>
        </p:txBody>
      </p:sp>
    </p:spTree>
    <p:extLst>
      <p:ext uri="{BB962C8B-B14F-4D97-AF65-F5344CB8AC3E}">
        <p14:creationId xmlns:p14="http://schemas.microsoft.com/office/powerpoint/2010/main" val="436807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D728A7-0A1F-049D-6EA9-C4AA2B6BF071}"/>
              </a:ext>
            </a:extLst>
          </p:cNvPr>
          <p:cNvSpPr txBox="1"/>
          <p:nvPr/>
        </p:nvSpPr>
        <p:spPr>
          <a:xfrm>
            <a:off x="490266" y="314726"/>
            <a:ext cx="9090805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Slide 5: Jaipur Page</a:t>
            </a:r>
          </a:p>
          <a:p>
            <a:pPr>
              <a:buNone/>
            </a:pPr>
            <a:endParaRPr lang="en-IN" sz="2800" b="1" dirty="0"/>
          </a:p>
          <a:p>
            <a:pPr>
              <a:buNone/>
            </a:pPr>
            <a:r>
              <a:rPr lang="en-IN" sz="2800" b="1" dirty="0"/>
              <a:t>🏰 Jaipur – The Pink City</a:t>
            </a:r>
          </a:p>
          <a:p>
            <a:pPr>
              <a:buNone/>
            </a:pPr>
            <a:endParaRPr lang="en-IN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Capital of Rajasthan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Famous for royal forts &amp; palaces</a:t>
            </a:r>
          </a:p>
          <a:p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Major Attractions:</a:t>
            </a:r>
          </a:p>
          <a:p>
            <a:endParaRPr lang="en-IN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Amber Fort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Hawa Mahal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City Palace</a:t>
            </a:r>
          </a:p>
          <a:p>
            <a:pPr lvl="1"/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Known for handicrafts &amp; </a:t>
            </a:r>
            <a:r>
              <a:rPr lang="en-IN" sz="2800" dirty="0" err="1"/>
              <a:t>jewelry</a:t>
            </a:r>
            <a:r>
              <a:rPr lang="en-IN" sz="2800" dirty="0"/>
              <a:t> markets</a:t>
            </a:r>
          </a:p>
        </p:txBody>
      </p:sp>
    </p:spTree>
    <p:extLst>
      <p:ext uri="{BB962C8B-B14F-4D97-AF65-F5344CB8AC3E}">
        <p14:creationId xmlns:p14="http://schemas.microsoft.com/office/powerpoint/2010/main" val="2353241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E886DD-1FEE-0BEF-82A7-625F75A29A97}"/>
              </a:ext>
            </a:extLst>
          </p:cNvPr>
          <p:cNvSpPr txBox="1"/>
          <p:nvPr/>
        </p:nvSpPr>
        <p:spPr>
          <a:xfrm>
            <a:off x="334992" y="216483"/>
            <a:ext cx="906779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Slide 6: Technologies Used &amp; Conclusion</a:t>
            </a:r>
          </a:p>
          <a:p>
            <a:pPr>
              <a:buNone/>
            </a:pPr>
            <a:r>
              <a:rPr lang="en-IN" sz="3200" b="1" dirty="0"/>
              <a:t>💻 Technologies Used:</a:t>
            </a:r>
          </a:p>
          <a:p>
            <a:pPr>
              <a:buNone/>
            </a:pPr>
            <a:endParaRPr lang="en-IN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HTML (Structure)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CSS (Styling &amp; Layout)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JavaScript (Page Switching Function)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Google Fonts</a:t>
            </a:r>
          </a:p>
          <a:p>
            <a:endParaRPr lang="en-IN" sz="3200" dirty="0"/>
          </a:p>
          <a:p>
            <a:pPr>
              <a:buNone/>
            </a:pPr>
            <a:r>
              <a:rPr lang="en-IN" sz="3200" b="1" dirty="0"/>
              <a:t>✅ Conclusion: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Simple and responsive travel blog website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Clean design with smooth navigation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Beginner-friendly web project</a:t>
            </a:r>
          </a:p>
        </p:txBody>
      </p:sp>
    </p:spTree>
    <p:extLst>
      <p:ext uri="{BB962C8B-B14F-4D97-AF65-F5344CB8AC3E}">
        <p14:creationId xmlns:p14="http://schemas.microsoft.com/office/powerpoint/2010/main" val="223192136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236</Words>
  <Application>Microsoft Office PowerPoint</Application>
  <PresentationFormat>Widescreen</PresentationFormat>
  <Paragraphs>74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Phalkey</dc:creator>
  <cp:lastModifiedBy>Kunal Phalkey</cp:lastModifiedBy>
  <cp:revision>1</cp:revision>
  <dcterms:created xsi:type="dcterms:W3CDTF">2026-02-26T04:52:01Z</dcterms:created>
  <dcterms:modified xsi:type="dcterms:W3CDTF">2026-02-26T05:05:22Z</dcterms:modified>
</cp:coreProperties>
</file>