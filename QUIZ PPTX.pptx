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44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55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6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1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81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90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6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4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24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20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3588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793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5660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174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2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8586A-D7FF-48E6-A1E0-4D67008F947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C12172-0F74-42DF-B3ED-D1491CAA7E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26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95AF7-91AA-256B-F6E1-B21BA14E718A}"/>
              </a:ext>
            </a:extLst>
          </p:cNvPr>
          <p:cNvSpPr txBox="1"/>
          <p:nvPr/>
        </p:nvSpPr>
        <p:spPr>
          <a:xfrm>
            <a:off x="948905" y="367915"/>
            <a:ext cx="89542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Slide 1: Title Slide</a:t>
            </a:r>
          </a:p>
          <a:p>
            <a:pPr>
              <a:buNone/>
            </a:pPr>
            <a:endParaRPr lang="en-US" sz="4000" b="1" dirty="0"/>
          </a:p>
          <a:p>
            <a:pPr>
              <a:buNone/>
            </a:pPr>
            <a:r>
              <a:rPr lang="en-US" sz="4000" b="1" dirty="0"/>
              <a:t>Quiz Portal Website</a:t>
            </a:r>
          </a:p>
          <a:p>
            <a:pPr>
              <a:buNone/>
            </a:pPr>
            <a:br>
              <a:rPr lang="en-US" sz="4000" dirty="0"/>
            </a:br>
            <a:r>
              <a:rPr lang="en-US" sz="4000" dirty="0"/>
              <a:t>Interactive Subject Based Quiz System</a:t>
            </a:r>
          </a:p>
          <a:p>
            <a:pPr>
              <a:buNone/>
            </a:pPr>
            <a:r>
              <a:rPr lang="en-US" sz="4000" b="1" dirty="0"/>
              <a:t>Presented By: Chitransh Phalkey</a:t>
            </a:r>
          </a:p>
          <a:p>
            <a:pPr>
              <a:buNone/>
            </a:pPr>
            <a:br>
              <a:rPr lang="en-US" sz="4000" dirty="0"/>
            </a:br>
            <a:r>
              <a:rPr lang="en-US" sz="4000" dirty="0"/>
              <a:t>Subject: Web Design / Mini Project</a:t>
            </a:r>
            <a:br>
              <a:rPr lang="en-US" sz="4000" dirty="0"/>
            </a:br>
            <a:r>
              <a:rPr lang="en-US" sz="4000" dirty="0"/>
              <a:t>Year: 2026</a:t>
            </a:r>
          </a:p>
        </p:txBody>
      </p:sp>
    </p:spTree>
    <p:extLst>
      <p:ext uri="{BB962C8B-B14F-4D97-AF65-F5344CB8AC3E}">
        <p14:creationId xmlns:p14="http://schemas.microsoft.com/office/powerpoint/2010/main" val="837147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77E90-38A9-3537-F852-4568479FC9EA}"/>
              </a:ext>
            </a:extLst>
          </p:cNvPr>
          <p:cNvSpPr txBox="1"/>
          <p:nvPr/>
        </p:nvSpPr>
        <p:spPr>
          <a:xfrm>
            <a:off x="639793" y="389489"/>
            <a:ext cx="850995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Slide 2: Introduction</a:t>
            </a:r>
          </a:p>
          <a:p>
            <a:pPr>
              <a:buNone/>
            </a:pPr>
            <a:endParaRPr lang="en-IN" sz="3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Quiz Portal ek interactive web application </a:t>
            </a:r>
            <a:r>
              <a:rPr lang="en-IN" sz="3600" dirty="0" err="1"/>
              <a:t>hai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3 Subjects include </a:t>
            </a:r>
            <a:r>
              <a:rPr lang="en-IN" sz="3600" dirty="0" err="1"/>
              <a:t>karta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r>
              <a:rPr lang="en-IN" sz="3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/>
              <a:t>Physics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/>
              <a:t>Chemistry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/>
              <a:t>Maths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User </a:t>
            </a:r>
            <a:r>
              <a:rPr lang="en-IN" sz="3600" dirty="0" err="1"/>
              <a:t>apna</a:t>
            </a:r>
            <a:r>
              <a:rPr lang="en-IN" sz="3600" dirty="0"/>
              <a:t> subject select </a:t>
            </a:r>
            <a:r>
              <a:rPr lang="en-IN" sz="3600" dirty="0" err="1"/>
              <a:t>karke</a:t>
            </a:r>
            <a:r>
              <a:rPr lang="en-IN" sz="3600" dirty="0"/>
              <a:t> quiz attempt </a:t>
            </a:r>
            <a:r>
              <a:rPr lang="en-IN" sz="3600" dirty="0" err="1"/>
              <a:t>kar</a:t>
            </a:r>
            <a:r>
              <a:rPr lang="en-IN" sz="3600" dirty="0"/>
              <a:t> </a:t>
            </a:r>
            <a:r>
              <a:rPr lang="en-IN" sz="3600" dirty="0" err="1"/>
              <a:t>sakta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Score instantly calculate </a:t>
            </a:r>
            <a:r>
              <a:rPr lang="en-IN" sz="3600" dirty="0" err="1"/>
              <a:t>hota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8142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D1A150-E1DE-7915-54EF-1AF2293167F9}"/>
              </a:ext>
            </a:extLst>
          </p:cNvPr>
          <p:cNvSpPr txBox="1"/>
          <p:nvPr/>
        </p:nvSpPr>
        <p:spPr>
          <a:xfrm>
            <a:off x="645543" y="390443"/>
            <a:ext cx="9177068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Slide 3: Features of Website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Tab-based Navigation System</a:t>
            </a:r>
          </a:p>
          <a:p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Smooth animation effect</a:t>
            </a:r>
          </a:p>
          <a:p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Multiple Choice Questions (MCQ)</a:t>
            </a:r>
          </a:p>
          <a:p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Instant Score Display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Attractive Gradient Background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Responsive Lay</a:t>
            </a:r>
          </a:p>
        </p:txBody>
      </p:sp>
    </p:spTree>
    <p:extLst>
      <p:ext uri="{BB962C8B-B14F-4D97-AF65-F5344CB8AC3E}">
        <p14:creationId xmlns:p14="http://schemas.microsoft.com/office/powerpoint/2010/main" val="3899677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05FA82-6DDB-7471-2DE6-66840B79F84D}"/>
              </a:ext>
            </a:extLst>
          </p:cNvPr>
          <p:cNvSpPr txBox="1"/>
          <p:nvPr/>
        </p:nvSpPr>
        <p:spPr>
          <a:xfrm>
            <a:off x="973348" y="476706"/>
            <a:ext cx="861922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Slide 4: Technologies Used</a:t>
            </a:r>
          </a:p>
          <a:p>
            <a:pPr>
              <a:buNone/>
            </a:pP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HTML</a:t>
            </a:r>
            <a:r>
              <a:rPr lang="en-IN" sz="3200" dirty="0"/>
              <a:t> → Structure </a:t>
            </a:r>
            <a:r>
              <a:rPr lang="en-IN" sz="3200" dirty="0" err="1"/>
              <a:t>banane</a:t>
            </a:r>
            <a:r>
              <a:rPr lang="en-IN" sz="3200" dirty="0"/>
              <a:t> </a:t>
            </a:r>
            <a:r>
              <a:rPr lang="en-IN" sz="3200" dirty="0" err="1"/>
              <a:t>ke</a:t>
            </a:r>
            <a:r>
              <a:rPr lang="en-IN" sz="3200" dirty="0"/>
              <a:t> </a:t>
            </a:r>
            <a:r>
              <a:rPr lang="en-IN" sz="3200" dirty="0" err="1"/>
              <a:t>liye</a:t>
            </a: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CSS</a:t>
            </a:r>
            <a:r>
              <a:rPr lang="en-IN" sz="3200" dirty="0"/>
              <a:t> → Styling &amp; Design </a:t>
            </a:r>
            <a:r>
              <a:rPr lang="en-IN" sz="3200" dirty="0" err="1"/>
              <a:t>ke</a:t>
            </a:r>
            <a:r>
              <a:rPr lang="en-IN" sz="3200" dirty="0"/>
              <a:t> </a:t>
            </a:r>
            <a:r>
              <a:rPr lang="en-IN" sz="3200" dirty="0" err="1"/>
              <a:t>liye</a:t>
            </a: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JavaScript</a:t>
            </a:r>
            <a:r>
              <a:rPr lang="en-IN" sz="3200" dirty="0"/>
              <a:t> →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Tab switching function (</a:t>
            </a:r>
            <a:r>
              <a:rPr lang="en-IN" sz="3200" dirty="0" err="1">
                <a:latin typeface="Courier New" panose="02070309020205020404" pitchFamily="49" charset="0"/>
              </a:rPr>
              <a:t>openQuiz</a:t>
            </a:r>
            <a:r>
              <a:rPr lang="en-IN" sz="3200" dirty="0">
                <a:latin typeface="Courier New" panose="02070309020205020404" pitchFamily="49" charset="0"/>
              </a:rPr>
              <a:t>()</a:t>
            </a:r>
            <a:r>
              <a:rPr lang="en-IN" sz="32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Score calculation function (</a:t>
            </a:r>
            <a:r>
              <a:rPr lang="en-IN" sz="3200" dirty="0" err="1">
                <a:latin typeface="Courier New" panose="02070309020205020404" pitchFamily="49" charset="0"/>
              </a:rPr>
              <a:t>calculateScore</a:t>
            </a:r>
            <a:r>
              <a:rPr lang="en-IN" sz="3200" dirty="0">
                <a:latin typeface="Courier New" panose="02070309020205020404" pitchFamily="49" charset="0"/>
              </a:rPr>
              <a:t>()</a:t>
            </a:r>
            <a:r>
              <a:rPr lang="en-IN" sz="32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Radio buttons for MCQ selection</a:t>
            </a:r>
          </a:p>
        </p:txBody>
      </p:sp>
    </p:spTree>
    <p:extLst>
      <p:ext uri="{BB962C8B-B14F-4D97-AF65-F5344CB8AC3E}">
        <p14:creationId xmlns:p14="http://schemas.microsoft.com/office/powerpoint/2010/main" val="409548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48D0B6-178D-023E-9384-F1275DC0AC92}"/>
              </a:ext>
            </a:extLst>
          </p:cNvPr>
          <p:cNvSpPr txBox="1"/>
          <p:nvPr/>
        </p:nvSpPr>
        <p:spPr>
          <a:xfrm>
            <a:off x="196969" y="263445"/>
            <a:ext cx="96486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Slide 5: Working Process</a:t>
            </a:r>
          </a:p>
          <a:p>
            <a:pPr>
              <a:buNone/>
            </a:pPr>
            <a:endParaRPr lang="en-IN" sz="3600" b="1" dirty="0"/>
          </a:p>
          <a:p>
            <a:pPr>
              <a:buFont typeface="+mj-lt"/>
              <a:buAutoNum type="arabicPeriod"/>
            </a:pPr>
            <a:r>
              <a:rPr lang="en-IN" sz="3600" dirty="0"/>
              <a:t>User subject tab select </a:t>
            </a:r>
            <a:r>
              <a:rPr lang="en-IN" sz="3600" dirty="0" err="1"/>
              <a:t>karta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endParaRPr lang="en-IN" sz="3600" dirty="0"/>
          </a:p>
          <a:p>
            <a:pPr>
              <a:buFont typeface="+mj-lt"/>
              <a:buAutoNum type="arabicPeriod"/>
            </a:pPr>
            <a:r>
              <a:rPr lang="en-IN" sz="3600" dirty="0"/>
              <a:t>Quiz display </a:t>
            </a:r>
            <a:r>
              <a:rPr lang="en-IN" sz="3600" dirty="0" err="1"/>
              <a:t>hota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endParaRPr lang="en-IN" sz="3600" dirty="0"/>
          </a:p>
          <a:p>
            <a:pPr>
              <a:buFont typeface="+mj-lt"/>
              <a:buAutoNum type="arabicPeriod"/>
            </a:pPr>
            <a:r>
              <a:rPr lang="en-IN" sz="3600" dirty="0"/>
              <a:t>User answers choose </a:t>
            </a:r>
            <a:r>
              <a:rPr lang="en-IN" sz="3600" dirty="0" err="1"/>
              <a:t>karta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endParaRPr lang="en-IN" sz="3600" dirty="0"/>
          </a:p>
          <a:p>
            <a:pPr>
              <a:buFont typeface="+mj-lt"/>
              <a:buAutoNum type="arabicPeriod"/>
            </a:pPr>
            <a:r>
              <a:rPr lang="en-IN" sz="3600" dirty="0"/>
              <a:t>Submit button click </a:t>
            </a:r>
            <a:r>
              <a:rPr lang="en-IN" sz="3600" dirty="0" err="1"/>
              <a:t>karta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endParaRPr lang="en-IN" sz="3600" dirty="0"/>
          </a:p>
          <a:p>
            <a:pPr>
              <a:buFont typeface="+mj-lt"/>
              <a:buAutoNum type="arabicPeriod"/>
            </a:pPr>
            <a:r>
              <a:rPr lang="en-IN" sz="3600" dirty="0"/>
              <a:t>JavaScript score calculate </a:t>
            </a:r>
            <a:r>
              <a:rPr lang="en-IN" sz="3600" dirty="0" err="1"/>
              <a:t>karke</a:t>
            </a:r>
            <a:r>
              <a:rPr lang="en-IN" sz="3600" dirty="0"/>
              <a:t> result show </a:t>
            </a:r>
            <a:r>
              <a:rPr lang="en-IN" sz="3600" dirty="0" err="1"/>
              <a:t>karta</a:t>
            </a:r>
            <a:r>
              <a:rPr lang="en-IN" sz="3600" dirty="0"/>
              <a:t> </a:t>
            </a:r>
            <a:r>
              <a:rPr lang="en-IN" sz="3600" dirty="0" err="1"/>
              <a:t>hai</a:t>
            </a:r>
            <a:endParaRPr lang="en-IN" sz="3600" dirty="0"/>
          </a:p>
          <a:p>
            <a:pPr>
              <a:buNone/>
            </a:pPr>
            <a:r>
              <a:rPr lang="en-IN" sz="3600" dirty="0"/>
              <a:t>Score Format:</a:t>
            </a:r>
            <a:br>
              <a:rPr lang="en-IN" sz="3600" dirty="0"/>
            </a:br>
            <a:r>
              <a:rPr lang="en-IN" sz="3600" b="1" dirty="0"/>
              <a:t>Your Score: X / 5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5814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F9DCA9-D646-536E-0BF4-0C3C09D0E6CD}"/>
              </a:ext>
            </a:extLst>
          </p:cNvPr>
          <p:cNvSpPr txBox="1"/>
          <p:nvPr/>
        </p:nvSpPr>
        <p:spPr>
          <a:xfrm>
            <a:off x="254478" y="602273"/>
            <a:ext cx="860772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Slide 6: Conclusion</a:t>
            </a:r>
          </a:p>
          <a:p>
            <a:pPr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Simple and user-friendly quiz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Beginner level JavaScript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Real-time score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Academic practice </a:t>
            </a:r>
            <a:r>
              <a:rPr lang="en-IN" sz="2800" dirty="0" err="1"/>
              <a:t>ke</a:t>
            </a:r>
            <a:r>
              <a:rPr lang="en-IN" sz="2800" dirty="0"/>
              <a:t> </a:t>
            </a:r>
            <a:r>
              <a:rPr lang="en-IN" sz="2800" dirty="0" err="1"/>
              <a:t>liye</a:t>
            </a:r>
            <a:r>
              <a:rPr lang="en-IN" sz="2800" dirty="0"/>
              <a:t> useful</a:t>
            </a:r>
          </a:p>
          <a:p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Future improvement: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Timer add </a:t>
            </a:r>
            <a:r>
              <a:rPr lang="en-IN" sz="2800" dirty="0" err="1"/>
              <a:t>kar</a:t>
            </a:r>
            <a:r>
              <a:rPr lang="en-IN" sz="2800" dirty="0"/>
              <a:t> </a:t>
            </a:r>
            <a:r>
              <a:rPr lang="en-IN" sz="2800" dirty="0" err="1"/>
              <a:t>sakte</a:t>
            </a:r>
            <a:r>
              <a:rPr lang="en-IN" sz="2800" dirty="0"/>
              <a:t> 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Database connect </a:t>
            </a:r>
            <a:r>
              <a:rPr lang="en-IN" sz="2800" dirty="0" err="1"/>
              <a:t>kar</a:t>
            </a:r>
            <a:r>
              <a:rPr lang="en-IN" sz="2800" dirty="0"/>
              <a:t> </a:t>
            </a:r>
            <a:r>
              <a:rPr lang="en-IN" sz="2800" dirty="0" err="1"/>
              <a:t>sakte</a:t>
            </a:r>
            <a:r>
              <a:rPr lang="en-IN" sz="2800" dirty="0"/>
              <a:t> 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Login system add </a:t>
            </a:r>
            <a:r>
              <a:rPr lang="en-IN" sz="2800" dirty="0" err="1"/>
              <a:t>kar</a:t>
            </a:r>
            <a:r>
              <a:rPr lang="en-IN" sz="2800" dirty="0"/>
              <a:t> </a:t>
            </a:r>
            <a:r>
              <a:rPr lang="en-IN" sz="2800" dirty="0" err="1"/>
              <a:t>sakte</a:t>
            </a:r>
            <a:r>
              <a:rPr lang="en-IN" sz="2800" dirty="0"/>
              <a:t> hain</a:t>
            </a:r>
          </a:p>
        </p:txBody>
      </p:sp>
    </p:spTree>
    <p:extLst>
      <p:ext uri="{BB962C8B-B14F-4D97-AF65-F5344CB8AC3E}">
        <p14:creationId xmlns:p14="http://schemas.microsoft.com/office/powerpoint/2010/main" val="21717955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212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Phalkey</dc:creator>
  <cp:lastModifiedBy>Kunal Phalkey</cp:lastModifiedBy>
  <cp:revision>1</cp:revision>
  <dcterms:created xsi:type="dcterms:W3CDTF">2026-02-26T05:13:35Z</dcterms:created>
  <dcterms:modified xsi:type="dcterms:W3CDTF">2026-02-26T05:19:40Z</dcterms:modified>
</cp:coreProperties>
</file>