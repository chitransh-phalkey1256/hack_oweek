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4660"/>
  </p:normalViewPr>
  <p:slideViewPr>
    <p:cSldViewPr snapToGrid="0">
      <p:cViewPr varScale="1">
        <p:scale>
          <a:sx n="83" d="100"/>
          <a:sy n="83" d="100"/>
        </p:scale>
        <p:origin x="39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5CCA7-06CC-4EC6-A052-0E68416000DC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F37E2-ABF2-4994-81D5-417B203126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46074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5CCA7-06CC-4EC6-A052-0E68416000DC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F37E2-ABF2-4994-81D5-417B203126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39124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5CCA7-06CC-4EC6-A052-0E68416000DC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F37E2-ABF2-4994-81D5-417B203126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16079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5CCA7-06CC-4EC6-A052-0E68416000DC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F37E2-ABF2-4994-81D5-417B203126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20208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5CCA7-06CC-4EC6-A052-0E68416000DC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F37E2-ABF2-4994-81D5-417B203126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235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5CCA7-06CC-4EC6-A052-0E68416000DC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F37E2-ABF2-4994-81D5-417B203126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70791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5CCA7-06CC-4EC6-A052-0E68416000DC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F37E2-ABF2-4994-81D5-417B203126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63168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5CCA7-06CC-4EC6-A052-0E68416000DC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F37E2-ABF2-4994-81D5-417B203126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50826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5CCA7-06CC-4EC6-A052-0E68416000DC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F37E2-ABF2-4994-81D5-417B203126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79852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5CCA7-06CC-4EC6-A052-0E68416000DC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F37E2-ABF2-4994-81D5-417B203126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16206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5CCA7-06CC-4EC6-A052-0E68416000DC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F37E2-ABF2-4994-81D5-417B20312638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064760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5CCA7-06CC-4EC6-A052-0E68416000DC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F37E2-ABF2-4994-81D5-417B203126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04425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5CCA7-06CC-4EC6-A052-0E68416000DC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F37E2-ABF2-4994-81D5-417B20312638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462691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5CCA7-06CC-4EC6-A052-0E68416000DC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F37E2-ABF2-4994-81D5-417B203126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55627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5CCA7-06CC-4EC6-A052-0E68416000DC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F37E2-ABF2-4994-81D5-417B203126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36732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5CCA7-06CC-4EC6-A052-0E68416000DC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F37E2-ABF2-4994-81D5-417B203126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32934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95CCA7-06CC-4EC6-A052-0E68416000DC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3BCF37E2-ABF2-4994-81D5-417B203126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54477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82FE02B-177C-2CDE-8A19-2FCB60690C4C}"/>
              </a:ext>
            </a:extLst>
          </p:cNvPr>
          <p:cNvSpPr txBox="1"/>
          <p:nvPr/>
        </p:nvSpPr>
        <p:spPr>
          <a:xfrm>
            <a:off x="1420304" y="649407"/>
            <a:ext cx="6615113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4000" b="1" dirty="0">
                <a:latin typeface="Arial Narrow" panose="020B0606020202030204" pitchFamily="34" charset="0"/>
                <a:cs typeface="Arial" panose="020B0604020202020204" pitchFamily="34" charset="0"/>
              </a:rPr>
              <a:t>Slide 1 – Title Slide</a:t>
            </a:r>
          </a:p>
          <a:p>
            <a:pPr>
              <a:buNone/>
            </a:pPr>
            <a:r>
              <a:rPr lang="en-US" sz="4000" b="1" dirty="0">
                <a:latin typeface="Arial Narrow" panose="020B0606020202030204" pitchFamily="34" charset="0"/>
                <a:cs typeface="Arial" panose="020B0604020202020204" pitchFamily="34" charset="0"/>
              </a:rPr>
              <a:t>IIT Bombay Event Registration Form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>
                <a:latin typeface="Arial Narrow" panose="020B0606020202030204" pitchFamily="34" charset="0"/>
                <a:cs typeface="Arial" panose="020B0604020202020204" pitchFamily="34" charset="0"/>
              </a:rPr>
              <a:t>Simple</a:t>
            </a:r>
            <a:r>
              <a:rPr lang="en-US" sz="4000" dirty="0">
                <a:latin typeface="Arial Narrow" panose="020B0606020202030204" pitchFamily="34" charset="0"/>
                <a:cs typeface="Arial" panose="020B0604020202020204" pitchFamily="34" charset="0"/>
              </a:rPr>
              <a:t> HTML, CSS &amp; JavaScript based form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4000" dirty="0">
                <a:latin typeface="Arial Narrow" panose="020B0606020202030204" pitchFamily="34" charset="0"/>
                <a:cs typeface="Arial" panose="020B0604020202020204" pitchFamily="34" charset="0"/>
              </a:rPr>
              <a:t>Used for event registration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4000" dirty="0">
                <a:latin typeface="Arial Narrow" panose="020B0606020202030204" pitchFamily="34" charset="0"/>
                <a:cs typeface="Arial" panose="020B0604020202020204" pitchFamily="34" charset="0"/>
              </a:rPr>
              <a:t>User-friendly and responsive design</a:t>
            </a:r>
          </a:p>
        </p:txBody>
      </p:sp>
    </p:spTree>
    <p:extLst>
      <p:ext uri="{BB962C8B-B14F-4D97-AF65-F5344CB8AC3E}">
        <p14:creationId xmlns:p14="http://schemas.microsoft.com/office/powerpoint/2010/main" val="21278204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D0C8CDA-48F6-850C-975B-0057F638F760}"/>
              </a:ext>
            </a:extLst>
          </p:cNvPr>
          <p:cNvSpPr txBox="1"/>
          <p:nvPr/>
        </p:nvSpPr>
        <p:spPr>
          <a:xfrm>
            <a:off x="1251300" y="537978"/>
            <a:ext cx="6823473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600" b="1" dirty="0">
                <a:latin typeface="Arial Narrow" panose="020B0606020202030204" pitchFamily="34" charset="0"/>
              </a:rPr>
              <a:t>Slide 2 – Purpose of This Project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3600" dirty="0">
              <a:latin typeface="Arial Narrow" panose="020B0606020202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>
                <a:latin typeface="Arial Narrow" panose="020B0606020202030204" pitchFamily="34" charset="0"/>
              </a:rPr>
              <a:t>Name, Email, Phone, Gender, Event type</a:t>
            </a:r>
          </a:p>
          <a:p>
            <a:endParaRPr lang="en-US" sz="3600" dirty="0">
              <a:latin typeface="Arial Narrow" panose="020B0606020202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>
                <a:latin typeface="Arial Narrow" panose="020B0606020202030204" pitchFamily="34" charset="0"/>
              </a:rPr>
              <a:t>Simple and attractive registration form</a:t>
            </a:r>
          </a:p>
          <a:p>
            <a:endParaRPr lang="en-US" sz="3600" dirty="0">
              <a:latin typeface="Arial Narrow" panose="020B0606020202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>
                <a:latin typeface="Arial Narrow" panose="020B0606020202030204" pitchFamily="34" charset="0"/>
              </a:rPr>
              <a:t>Beginner-friendly web development project</a:t>
            </a:r>
          </a:p>
        </p:txBody>
      </p:sp>
    </p:spTree>
    <p:extLst>
      <p:ext uri="{BB962C8B-B14F-4D97-AF65-F5344CB8AC3E}">
        <p14:creationId xmlns:p14="http://schemas.microsoft.com/office/powerpoint/2010/main" val="42289868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921F47A-0B48-2D72-6756-DE82B4EA2DEB}"/>
              </a:ext>
            </a:extLst>
          </p:cNvPr>
          <p:cNvSpPr txBox="1"/>
          <p:nvPr/>
        </p:nvSpPr>
        <p:spPr>
          <a:xfrm>
            <a:off x="432759" y="0"/>
            <a:ext cx="8153400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600" b="1" dirty="0">
                <a:latin typeface="Arial Narrow" panose="020B0606020202030204" pitchFamily="34" charset="0"/>
              </a:rPr>
              <a:t>Slide 3 – HTML Structure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600" dirty="0">
                <a:latin typeface="Arial Narrow" panose="020B0606020202030204" pitchFamily="34" charset="0"/>
              </a:rPr>
              <a:t>HTML form ka structure define </a:t>
            </a:r>
            <a:r>
              <a:rPr lang="en-IN" sz="3600" dirty="0" err="1">
                <a:latin typeface="Arial Narrow" panose="020B0606020202030204" pitchFamily="34" charset="0"/>
              </a:rPr>
              <a:t>karta</a:t>
            </a:r>
            <a:r>
              <a:rPr lang="en-IN" sz="3600" dirty="0">
                <a:latin typeface="Arial Narrow" panose="020B0606020202030204" pitchFamily="34" charset="0"/>
              </a:rPr>
              <a:t> </a:t>
            </a:r>
            <a:r>
              <a:rPr lang="en-IN" sz="3600" dirty="0" err="1">
                <a:latin typeface="Arial Narrow" panose="020B0606020202030204" pitchFamily="34" charset="0"/>
              </a:rPr>
              <a:t>hai</a:t>
            </a:r>
            <a:endParaRPr lang="en-IN" sz="3600" dirty="0">
              <a:latin typeface="Arial Narrow" panose="020B0606020202030204" pitchFamily="34" charset="0"/>
            </a:endParaRPr>
          </a:p>
          <a:p>
            <a:endParaRPr lang="en-IN" sz="3600" dirty="0">
              <a:latin typeface="Arial Narrow" panose="020B0606020202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3600" dirty="0">
                <a:latin typeface="Arial Narrow" panose="020B0606020202030204" pitchFamily="34" charset="0"/>
              </a:rPr>
              <a:t>&lt;form&gt; tag use </a:t>
            </a:r>
            <a:r>
              <a:rPr lang="en-IN" sz="3600" dirty="0" err="1">
                <a:latin typeface="Arial Narrow" panose="020B0606020202030204" pitchFamily="34" charset="0"/>
              </a:rPr>
              <a:t>kiya</a:t>
            </a:r>
            <a:r>
              <a:rPr lang="en-IN" sz="3600" dirty="0">
                <a:latin typeface="Arial Narrow" panose="020B0606020202030204" pitchFamily="34" charset="0"/>
              </a:rPr>
              <a:t> </a:t>
            </a:r>
            <a:r>
              <a:rPr lang="en-IN" sz="3600" dirty="0" err="1">
                <a:latin typeface="Arial Narrow" panose="020B0606020202030204" pitchFamily="34" charset="0"/>
              </a:rPr>
              <a:t>gaya</a:t>
            </a:r>
            <a:r>
              <a:rPr lang="en-IN" sz="3600" dirty="0">
                <a:latin typeface="Arial Narrow" panose="020B0606020202030204" pitchFamily="34" charset="0"/>
              </a:rPr>
              <a:t> </a:t>
            </a:r>
            <a:r>
              <a:rPr lang="en-IN" sz="3600" dirty="0" err="1">
                <a:latin typeface="Arial Narrow" panose="020B0606020202030204" pitchFamily="34" charset="0"/>
              </a:rPr>
              <a:t>hai</a:t>
            </a:r>
            <a:r>
              <a:rPr lang="en-IN" sz="3600" dirty="0">
                <a:latin typeface="Arial Narrow" panose="020B0606020202030204" pitchFamily="34" charset="0"/>
              </a:rPr>
              <a:t> user input </a:t>
            </a:r>
            <a:r>
              <a:rPr lang="en-IN" sz="3600" dirty="0" err="1">
                <a:latin typeface="Arial Narrow" panose="020B0606020202030204" pitchFamily="34" charset="0"/>
              </a:rPr>
              <a:t>ke</a:t>
            </a:r>
            <a:r>
              <a:rPr lang="en-IN" sz="3600" dirty="0">
                <a:latin typeface="Arial Narrow" panose="020B0606020202030204" pitchFamily="34" charset="0"/>
              </a:rPr>
              <a:t> </a:t>
            </a:r>
            <a:r>
              <a:rPr lang="en-IN" sz="3600" dirty="0" err="1">
                <a:latin typeface="Arial Narrow" panose="020B0606020202030204" pitchFamily="34" charset="0"/>
              </a:rPr>
              <a:t>liye</a:t>
            </a:r>
            <a:endParaRPr lang="en-IN" sz="3600" dirty="0">
              <a:latin typeface="Arial Narrow" panose="020B0606020202030204" pitchFamily="34" charset="0"/>
            </a:endParaRPr>
          </a:p>
          <a:p>
            <a:endParaRPr lang="en-IN" sz="3600" dirty="0">
              <a:latin typeface="Arial Narrow" panose="020B0606020202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3600" dirty="0">
                <a:latin typeface="Arial Narrow" panose="020B0606020202030204" pitchFamily="34" charset="0"/>
              </a:rPr>
              <a:t>Different input fields: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3600" dirty="0">
                <a:latin typeface="Arial Narrow" panose="020B0606020202030204" pitchFamily="34" charset="0"/>
              </a:rPr>
              <a:t>Text (Name)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3600" dirty="0">
                <a:latin typeface="Arial Narrow" panose="020B0606020202030204" pitchFamily="34" charset="0"/>
              </a:rPr>
              <a:t>Email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3600" dirty="0">
                <a:latin typeface="Arial Narrow" panose="020B0606020202030204" pitchFamily="34" charset="0"/>
              </a:rPr>
              <a:t>Phone number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3600" dirty="0">
                <a:latin typeface="Arial Narrow" panose="020B0606020202030204" pitchFamily="34" charset="0"/>
              </a:rPr>
              <a:t>Radio buttons (Gender)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3600" dirty="0">
                <a:latin typeface="Arial Narrow" panose="020B0606020202030204" pitchFamily="34" charset="0"/>
              </a:rPr>
              <a:t>Dropdown (Event)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3600" dirty="0" err="1">
                <a:latin typeface="Arial Narrow" panose="020B0606020202030204" pitchFamily="34" charset="0"/>
              </a:rPr>
              <a:t>Textarea</a:t>
            </a:r>
            <a:r>
              <a:rPr lang="en-IN" sz="3600" dirty="0">
                <a:latin typeface="Arial Narrow" panose="020B0606020202030204" pitchFamily="34" charset="0"/>
              </a:rPr>
              <a:t> (Message)</a:t>
            </a:r>
          </a:p>
        </p:txBody>
      </p:sp>
    </p:spTree>
    <p:extLst>
      <p:ext uri="{BB962C8B-B14F-4D97-AF65-F5344CB8AC3E}">
        <p14:creationId xmlns:p14="http://schemas.microsoft.com/office/powerpoint/2010/main" val="35640483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1F9CAED-9971-9AB1-4BEB-33E3865E8BB9}"/>
              </a:ext>
            </a:extLst>
          </p:cNvPr>
          <p:cNvSpPr txBox="1"/>
          <p:nvPr/>
        </p:nvSpPr>
        <p:spPr>
          <a:xfrm>
            <a:off x="887082" y="0"/>
            <a:ext cx="8182155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600" b="1" dirty="0">
                <a:latin typeface="Arial Narrow" panose="020B0606020202030204" pitchFamily="34" charset="0"/>
              </a:rPr>
              <a:t>Slide 4 – Form Elements Explanation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600" dirty="0">
                <a:latin typeface="Arial Narrow" panose="020B0606020202030204" pitchFamily="34" charset="0"/>
              </a:rPr>
              <a:t>input type="text" → Name </a:t>
            </a:r>
            <a:r>
              <a:rPr lang="en-IN" sz="3600" dirty="0" err="1">
                <a:latin typeface="Arial Narrow" panose="020B0606020202030204" pitchFamily="34" charset="0"/>
              </a:rPr>
              <a:t>ke</a:t>
            </a:r>
            <a:r>
              <a:rPr lang="en-IN" sz="3600" dirty="0">
                <a:latin typeface="Arial Narrow" panose="020B0606020202030204" pitchFamily="34" charset="0"/>
              </a:rPr>
              <a:t> </a:t>
            </a:r>
            <a:r>
              <a:rPr lang="en-IN" sz="3600" dirty="0" err="1">
                <a:latin typeface="Arial Narrow" panose="020B0606020202030204" pitchFamily="34" charset="0"/>
              </a:rPr>
              <a:t>liye</a:t>
            </a:r>
            <a:endParaRPr lang="en-IN" sz="3600" dirty="0">
              <a:latin typeface="Arial Narrow" panose="020B0606020202030204" pitchFamily="34" charset="0"/>
            </a:endParaRPr>
          </a:p>
          <a:p>
            <a:endParaRPr lang="en-IN" sz="3600" dirty="0">
              <a:latin typeface="Arial Narrow" panose="020B0606020202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3600" dirty="0">
                <a:latin typeface="Arial Narrow" panose="020B0606020202030204" pitchFamily="34" charset="0"/>
              </a:rPr>
              <a:t>input type="email" → Email validation </a:t>
            </a:r>
            <a:r>
              <a:rPr lang="en-IN" sz="3600" dirty="0" err="1">
                <a:latin typeface="Arial Narrow" panose="020B0606020202030204" pitchFamily="34" charset="0"/>
              </a:rPr>
              <a:t>ke</a:t>
            </a:r>
            <a:r>
              <a:rPr lang="en-IN" sz="3600" dirty="0">
                <a:latin typeface="Arial Narrow" panose="020B0606020202030204" pitchFamily="34" charset="0"/>
              </a:rPr>
              <a:t> </a:t>
            </a:r>
            <a:r>
              <a:rPr lang="en-IN" sz="3600" dirty="0" err="1">
                <a:latin typeface="Arial Narrow" panose="020B0606020202030204" pitchFamily="34" charset="0"/>
              </a:rPr>
              <a:t>liye</a:t>
            </a:r>
            <a:endParaRPr lang="en-IN" sz="3600" dirty="0">
              <a:latin typeface="Arial Narrow" panose="020B0606020202030204" pitchFamily="34" charset="0"/>
            </a:endParaRPr>
          </a:p>
          <a:p>
            <a:endParaRPr lang="en-IN" sz="3600" dirty="0">
              <a:latin typeface="Arial Narrow" panose="020B0606020202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3600" dirty="0">
                <a:latin typeface="Arial Narrow" panose="020B0606020202030204" pitchFamily="34" charset="0"/>
              </a:rPr>
              <a:t>input type="</a:t>
            </a:r>
            <a:r>
              <a:rPr lang="en-IN" sz="3600" dirty="0" err="1">
                <a:latin typeface="Arial Narrow" panose="020B0606020202030204" pitchFamily="34" charset="0"/>
              </a:rPr>
              <a:t>tel</a:t>
            </a:r>
            <a:r>
              <a:rPr lang="en-IN" sz="3600" dirty="0">
                <a:latin typeface="Arial Narrow" panose="020B0606020202030204" pitchFamily="34" charset="0"/>
              </a:rPr>
              <a:t>" → Phone number </a:t>
            </a:r>
            <a:r>
              <a:rPr lang="en-IN" sz="3600" dirty="0" err="1">
                <a:latin typeface="Arial Narrow" panose="020B0606020202030204" pitchFamily="34" charset="0"/>
              </a:rPr>
              <a:t>ke</a:t>
            </a:r>
            <a:r>
              <a:rPr lang="en-IN" sz="3600" dirty="0">
                <a:latin typeface="Arial Narrow" panose="020B0606020202030204" pitchFamily="34" charset="0"/>
              </a:rPr>
              <a:t> </a:t>
            </a:r>
            <a:r>
              <a:rPr lang="en-IN" sz="3600" dirty="0" err="1">
                <a:latin typeface="Arial Narrow" panose="020B0606020202030204" pitchFamily="34" charset="0"/>
              </a:rPr>
              <a:t>liye</a:t>
            </a:r>
            <a:endParaRPr lang="en-IN" sz="3600" dirty="0">
              <a:latin typeface="Arial Narrow" panose="020B0606020202030204" pitchFamily="34" charset="0"/>
            </a:endParaRPr>
          </a:p>
          <a:p>
            <a:endParaRPr lang="en-IN" sz="3600" dirty="0">
              <a:latin typeface="Arial Narrow" panose="020B0606020202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3600" dirty="0">
                <a:latin typeface="Arial Narrow" panose="020B0606020202030204" pitchFamily="34" charset="0"/>
              </a:rPr>
              <a:t>radio buttons → Gender selection</a:t>
            </a:r>
          </a:p>
          <a:p>
            <a:endParaRPr lang="en-IN" sz="3600" dirty="0">
              <a:latin typeface="Arial Narrow" panose="020B0606020202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3600" dirty="0">
                <a:latin typeface="Arial Narrow" panose="020B0606020202030204" pitchFamily="34" charset="0"/>
              </a:rPr>
              <a:t>select → Event choose </a:t>
            </a:r>
            <a:r>
              <a:rPr lang="en-IN" sz="3600" dirty="0" err="1">
                <a:latin typeface="Arial Narrow" panose="020B0606020202030204" pitchFamily="34" charset="0"/>
              </a:rPr>
              <a:t>karne</a:t>
            </a:r>
            <a:r>
              <a:rPr lang="en-IN" sz="3600" dirty="0">
                <a:latin typeface="Arial Narrow" panose="020B0606020202030204" pitchFamily="34" charset="0"/>
              </a:rPr>
              <a:t> </a:t>
            </a:r>
            <a:r>
              <a:rPr lang="en-IN" sz="3600" dirty="0" err="1">
                <a:latin typeface="Arial Narrow" panose="020B0606020202030204" pitchFamily="34" charset="0"/>
              </a:rPr>
              <a:t>ke</a:t>
            </a:r>
            <a:r>
              <a:rPr lang="en-IN" sz="3600" dirty="0">
                <a:latin typeface="Arial Narrow" panose="020B0606020202030204" pitchFamily="34" charset="0"/>
              </a:rPr>
              <a:t> </a:t>
            </a:r>
            <a:r>
              <a:rPr lang="en-IN" sz="3600" dirty="0" err="1">
                <a:latin typeface="Arial Narrow" panose="020B0606020202030204" pitchFamily="34" charset="0"/>
              </a:rPr>
              <a:t>liye</a:t>
            </a:r>
            <a:endParaRPr lang="en-IN" sz="3600" dirty="0">
              <a:latin typeface="Arial Narrow" panose="020B0606020202030204" pitchFamily="34" charset="0"/>
            </a:endParaRPr>
          </a:p>
          <a:p>
            <a:endParaRPr lang="en-IN" sz="3600" dirty="0">
              <a:latin typeface="Arial Narrow" panose="020B0606020202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3600" dirty="0">
                <a:latin typeface="Arial Narrow" panose="020B0606020202030204" pitchFamily="34" charset="0"/>
              </a:rPr>
              <a:t>button → Form submit </a:t>
            </a:r>
            <a:r>
              <a:rPr lang="en-IN" sz="3600" dirty="0" err="1">
                <a:latin typeface="Arial Narrow" panose="020B0606020202030204" pitchFamily="34" charset="0"/>
              </a:rPr>
              <a:t>karne</a:t>
            </a:r>
            <a:r>
              <a:rPr lang="en-IN" sz="3600" dirty="0">
                <a:latin typeface="Arial Narrow" panose="020B0606020202030204" pitchFamily="34" charset="0"/>
              </a:rPr>
              <a:t> </a:t>
            </a:r>
            <a:r>
              <a:rPr lang="en-IN" sz="3600" dirty="0" err="1">
                <a:latin typeface="Arial Narrow" panose="020B0606020202030204" pitchFamily="34" charset="0"/>
              </a:rPr>
              <a:t>ke</a:t>
            </a:r>
            <a:r>
              <a:rPr lang="en-IN" sz="3600" dirty="0">
                <a:latin typeface="Arial Narrow" panose="020B0606020202030204" pitchFamily="34" charset="0"/>
              </a:rPr>
              <a:t> </a:t>
            </a:r>
            <a:r>
              <a:rPr lang="en-IN" sz="3600" dirty="0" err="1">
                <a:latin typeface="Arial Narrow" panose="020B0606020202030204" pitchFamily="34" charset="0"/>
              </a:rPr>
              <a:t>liye</a:t>
            </a:r>
            <a:endParaRPr lang="en-IN" sz="3600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92937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0FCE1E8-2AEB-72CD-98A7-42761296E4CE}"/>
              </a:ext>
            </a:extLst>
          </p:cNvPr>
          <p:cNvSpPr txBox="1"/>
          <p:nvPr/>
        </p:nvSpPr>
        <p:spPr>
          <a:xfrm>
            <a:off x="967596" y="316157"/>
            <a:ext cx="7664569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200" b="1" dirty="0">
                <a:latin typeface="Arial Narrow" panose="020B0606020202030204" pitchFamily="34" charset="0"/>
              </a:rPr>
              <a:t>Slide 5 – CSS Styling</a:t>
            </a:r>
          </a:p>
          <a:p>
            <a:pPr>
              <a:buNone/>
            </a:pPr>
            <a:endParaRPr lang="en-IN" sz="3200" b="1" dirty="0">
              <a:latin typeface="Arial Narrow" panose="020B0606020202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3200" dirty="0">
                <a:latin typeface="Arial Narrow" panose="020B0606020202030204" pitchFamily="34" charset="0"/>
              </a:rPr>
              <a:t>CSS form ko </a:t>
            </a:r>
            <a:r>
              <a:rPr lang="en-IN" sz="3200" b="1" dirty="0">
                <a:latin typeface="Arial Narrow" panose="020B0606020202030204" pitchFamily="34" charset="0"/>
              </a:rPr>
              <a:t>attractive look</a:t>
            </a:r>
            <a:r>
              <a:rPr lang="en-IN" sz="3200" dirty="0">
                <a:latin typeface="Arial Narrow" panose="020B0606020202030204" pitchFamily="34" charset="0"/>
              </a:rPr>
              <a:t> </a:t>
            </a:r>
            <a:r>
              <a:rPr lang="en-IN" sz="3200" dirty="0" err="1">
                <a:latin typeface="Arial Narrow" panose="020B0606020202030204" pitchFamily="34" charset="0"/>
              </a:rPr>
              <a:t>deta</a:t>
            </a:r>
            <a:r>
              <a:rPr lang="en-IN" sz="3200" dirty="0">
                <a:latin typeface="Arial Narrow" panose="020B0606020202030204" pitchFamily="34" charset="0"/>
              </a:rPr>
              <a:t> </a:t>
            </a:r>
            <a:r>
              <a:rPr lang="en-IN" sz="3200" dirty="0" err="1">
                <a:latin typeface="Arial Narrow" panose="020B0606020202030204" pitchFamily="34" charset="0"/>
              </a:rPr>
              <a:t>hai</a:t>
            </a:r>
            <a:endParaRPr lang="en-IN" sz="3200" dirty="0">
              <a:latin typeface="Arial Narrow" panose="020B0606020202030204" pitchFamily="34" charset="0"/>
            </a:endParaRPr>
          </a:p>
          <a:p>
            <a:endParaRPr lang="en-IN" sz="3200" dirty="0">
              <a:latin typeface="Arial Narrow" panose="020B0606020202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3200" dirty="0">
                <a:latin typeface="Arial Narrow" panose="020B0606020202030204" pitchFamily="34" charset="0"/>
              </a:rPr>
              <a:t>Background image with dark overlay</a:t>
            </a:r>
          </a:p>
          <a:p>
            <a:endParaRPr lang="en-IN" sz="3200" dirty="0">
              <a:latin typeface="Arial Narrow" panose="020B0606020202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3200" dirty="0" err="1">
                <a:latin typeface="Arial Narrow" panose="020B0606020202030204" pitchFamily="34" charset="0"/>
              </a:rPr>
              <a:t>Center</a:t>
            </a:r>
            <a:r>
              <a:rPr lang="en-IN" sz="3200" dirty="0">
                <a:latin typeface="Arial Narrow" panose="020B0606020202030204" pitchFamily="34" charset="0"/>
              </a:rPr>
              <a:t> aligned container using flexbox</a:t>
            </a:r>
          </a:p>
          <a:p>
            <a:endParaRPr lang="en-IN" sz="3200" dirty="0">
              <a:latin typeface="Arial Narrow" panose="020B0606020202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3200" dirty="0">
                <a:latin typeface="Arial Narrow" panose="020B0606020202030204" pitchFamily="34" charset="0"/>
              </a:rPr>
              <a:t>Rounded corners &amp; shadow effect</a:t>
            </a:r>
          </a:p>
          <a:p>
            <a:endParaRPr lang="en-IN" sz="3200" dirty="0">
              <a:latin typeface="Arial Narrow" panose="020B0606020202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3200" dirty="0">
                <a:latin typeface="Arial Narrow" panose="020B0606020202030204" pitchFamily="34" charset="0"/>
              </a:rPr>
              <a:t>Button hover effect for better user experience</a:t>
            </a:r>
          </a:p>
        </p:txBody>
      </p:sp>
    </p:spTree>
    <p:extLst>
      <p:ext uri="{BB962C8B-B14F-4D97-AF65-F5344CB8AC3E}">
        <p14:creationId xmlns:p14="http://schemas.microsoft.com/office/powerpoint/2010/main" val="11479001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1B84ACC-55BD-7119-6AB2-6DD7962E28FE}"/>
              </a:ext>
            </a:extLst>
          </p:cNvPr>
          <p:cNvSpPr txBox="1"/>
          <p:nvPr/>
        </p:nvSpPr>
        <p:spPr>
          <a:xfrm>
            <a:off x="973347" y="1047004"/>
            <a:ext cx="7520797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200" b="1" dirty="0">
                <a:latin typeface="Arial Narrow" panose="020B0606020202030204" pitchFamily="34" charset="0"/>
              </a:rPr>
              <a:t>Slide 6 – Layout &amp; Design Features</a:t>
            </a:r>
          </a:p>
          <a:p>
            <a:pPr>
              <a:buNone/>
            </a:pPr>
            <a:endParaRPr lang="en-IN" sz="3200" b="1" dirty="0">
              <a:latin typeface="Arial Narrow" panose="020B0606020202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3200" dirty="0">
                <a:latin typeface="Arial Narrow" panose="020B0606020202030204" pitchFamily="34" charset="0"/>
              </a:rPr>
              <a:t>container class form ko </a:t>
            </a:r>
            <a:r>
              <a:rPr lang="en-IN" sz="3200" dirty="0" err="1">
                <a:latin typeface="Arial Narrow" panose="020B0606020202030204" pitchFamily="34" charset="0"/>
              </a:rPr>
              <a:t>center</a:t>
            </a:r>
            <a:r>
              <a:rPr lang="en-IN" sz="3200" dirty="0">
                <a:latin typeface="Arial Narrow" panose="020B0606020202030204" pitchFamily="34" charset="0"/>
              </a:rPr>
              <a:t> me </a:t>
            </a:r>
            <a:r>
              <a:rPr lang="en-IN" sz="3200" dirty="0" err="1">
                <a:latin typeface="Arial Narrow" panose="020B0606020202030204" pitchFamily="34" charset="0"/>
              </a:rPr>
              <a:t>rakhti</a:t>
            </a:r>
            <a:r>
              <a:rPr lang="en-IN" sz="3200" dirty="0">
                <a:latin typeface="Arial Narrow" panose="020B0606020202030204" pitchFamily="34" charset="0"/>
              </a:rPr>
              <a:t> </a:t>
            </a:r>
            <a:r>
              <a:rPr lang="en-IN" sz="3200" dirty="0" err="1">
                <a:latin typeface="Arial Narrow" panose="020B0606020202030204" pitchFamily="34" charset="0"/>
              </a:rPr>
              <a:t>hai</a:t>
            </a:r>
            <a:endParaRPr lang="en-IN" sz="3200" dirty="0">
              <a:latin typeface="Arial Narrow" panose="020B0606020202030204" pitchFamily="34" charset="0"/>
            </a:endParaRPr>
          </a:p>
          <a:p>
            <a:endParaRPr lang="en-IN" sz="3200" dirty="0">
              <a:latin typeface="Arial Narrow" panose="020B0606020202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3200" dirty="0">
                <a:latin typeface="Arial Narrow" panose="020B0606020202030204" pitchFamily="34" charset="0"/>
              </a:rPr>
              <a:t>box-shadow form ko modern look </a:t>
            </a:r>
            <a:r>
              <a:rPr lang="en-IN" sz="3200" dirty="0" err="1">
                <a:latin typeface="Arial Narrow" panose="020B0606020202030204" pitchFamily="34" charset="0"/>
              </a:rPr>
              <a:t>deta</a:t>
            </a:r>
            <a:r>
              <a:rPr lang="en-IN" sz="3200" dirty="0">
                <a:latin typeface="Arial Narrow" panose="020B0606020202030204" pitchFamily="34" charset="0"/>
              </a:rPr>
              <a:t> </a:t>
            </a:r>
            <a:r>
              <a:rPr lang="en-IN" sz="3200" dirty="0" err="1">
                <a:latin typeface="Arial Narrow" panose="020B0606020202030204" pitchFamily="34" charset="0"/>
              </a:rPr>
              <a:t>hai</a:t>
            </a:r>
            <a:endParaRPr lang="en-IN" sz="3200" dirty="0">
              <a:latin typeface="Arial Narrow" panose="020B0606020202030204" pitchFamily="34" charset="0"/>
            </a:endParaRPr>
          </a:p>
          <a:p>
            <a:endParaRPr lang="en-IN" sz="3200" dirty="0">
              <a:latin typeface="Arial Narrow" panose="020B0606020202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3200" dirty="0">
                <a:latin typeface="Arial Narrow" panose="020B0606020202030204" pitchFamily="34" charset="0"/>
              </a:rPr>
              <a:t>border-radius se smooth corners</a:t>
            </a:r>
          </a:p>
          <a:p>
            <a:endParaRPr lang="en-IN" sz="3200" dirty="0">
              <a:latin typeface="Arial Narrow" panose="020B0606020202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3200" dirty="0">
                <a:latin typeface="Arial Narrow" panose="020B0606020202030204" pitchFamily="34" charset="0"/>
              </a:rPr>
              <a:t>focus effect input field pe click </a:t>
            </a:r>
            <a:r>
              <a:rPr lang="en-IN" sz="3200" dirty="0" err="1">
                <a:latin typeface="Arial Narrow" panose="020B0606020202030204" pitchFamily="34" charset="0"/>
              </a:rPr>
              <a:t>karne</a:t>
            </a:r>
            <a:r>
              <a:rPr lang="en-IN" sz="3200" dirty="0">
                <a:latin typeface="Arial Narrow" panose="020B0606020202030204" pitchFamily="34" charset="0"/>
              </a:rPr>
              <a:t> par</a:t>
            </a:r>
          </a:p>
        </p:txBody>
      </p:sp>
    </p:spTree>
    <p:extLst>
      <p:ext uri="{BB962C8B-B14F-4D97-AF65-F5344CB8AC3E}">
        <p14:creationId xmlns:p14="http://schemas.microsoft.com/office/powerpoint/2010/main" val="38314988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75BD9F2-2828-58E3-912F-340419B431FC}"/>
              </a:ext>
            </a:extLst>
          </p:cNvPr>
          <p:cNvSpPr txBox="1"/>
          <p:nvPr/>
        </p:nvSpPr>
        <p:spPr>
          <a:xfrm>
            <a:off x="1329906" y="862973"/>
            <a:ext cx="6098874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200" b="1" dirty="0">
                <a:latin typeface="Arial Narrow" panose="020B0606020202030204" pitchFamily="34" charset="0"/>
              </a:rPr>
              <a:t>Slide 7 – JavaScript Functionality</a:t>
            </a:r>
          </a:p>
          <a:p>
            <a:pPr>
              <a:buNone/>
            </a:pPr>
            <a:endParaRPr lang="en-IN" sz="3200" b="1" dirty="0">
              <a:latin typeface="Arial Narrow" panose="020B0606020202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3200" dirty="0">
                <a:latin typeface="Arial Narrow" panose="020B0606020202030204" pitchFamily="34" charset="0"/>
              </a:rPr>
              <a:t>JavaScript form submission handle </a:t>
            </a:r>
            <a:r>
              <a:rPr lang="en-IN" sz="3200" dirty="0" err="1">
                <a:latin typeface="Arial Narrow" panose="020B0606020202030204" pitchFamily="34" charset="0"/>
              </a:rPr>
              <a:t>karta</a:t>
            </a:r>
            <a:r>
              <a:rPr lang="en-IN" sz="3200" dirty="0">
                <a:latin typeface="Arial Narrow" panose="020B0606020202030204" pitchFamily="34" charset="0"/>
              </a:rPr>
              <a:t> </a:t>
            </a:r>
            <a:r>
              <a:rPr lang="en-IN" sz="3200" dirty="0" err="1">
                <a:latin typeface="Arial Narrow" panose="020B0606020202030204" pitchFamily="34" charset="0"/>
              </a:rPr>
              <a:t>hai</a:t>
            </a:r>
            <a:endParaRPr lang="en-IN" sz="3200" dirty="0">
              <a:latin typeface="Arial Narrow" panose="020B0606020202030204" pitchFamily="34" charset="0"/>
            </a:endParaRPr>
          </a:p>
          <a:p>
            <a:endParaRPr lang="en-IN" sz="3200" dirty="0">
              <a:latin typeface="Arial Narrow" panose="020B0606020202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3200" dirty="0">
                <a:latin typeface="Arial Narrow" panose="020B0606020202030204" pitchFamily="34" charset="0"/>
              </a:rPr>
              <a:t>Page reload hone se </a:t>
            </a:r>
            <a:r>
              <a:rPr lang="en-IN" sz="3200" dirty="0" err="1">
                <a:latin typeface="Arial Narrow" panose="020B0606020202030204" pitchFamily="34" charset="0"/>
              </a:rPr>
              <a:t>rokta</a:t>
            </a:r>
            <a:r>
              <a:rPr lang="en-IN" sz="3200" dirty="0">
                <a:latin typeface="Arial Narrow" panose="020B0606020202030204" pitchFamily="34" charset="0"/>
              </a:rPr>
              <a:t> </a:t>
            </a:r>
            <a:r>
              <a:rPr lang="en-IN" sz="3200" dirty="0" err="1">
                <a:latin typeface="Arial Narrow" panose="020B0606020202030204" pitchFamily="34" charset="0"/>
              </a:rPr>
              <a:t>hai</a:t>
            </a:r>
            <a:endParaRPr lang="en-IN" sz="3200" dirty="0">
              <a:latin typeface="Arial Narrow" panose="020B0606020202030204" pitchFamily="34" charset="0"/>
            </a:endParaRPr>
          </a:p>
          <a:p>
            <a:endParaRPr lang="en-IN" sz="3200" dirty="0">
              <a:latin typeface="Arial Narrow" panose="020B0606020202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3200" dirty="0">
                <a:latin typeface="Arial Narrow" panose="020B0606020202030204" pitchFamily="34" charset="0"/>
              </a:rPr>
              <a:t>Success message show </a:t>
            </a:r>
            <a:r>
              <a:rPr lang="en-IN" sz="3200" dirty="0" err="1">
                <a:latin typeface="Arial Narrow" panose="020B0606020202030204" pitchFamily="34" charset="0"/>
              </a:rPr>
              <a:t>karta</a:t>
            </a:r>
            <a:r>
              <a:rPr lang="en-IN" sz="3200" dirty="0">
                <a:latin typeface="Arial Narrow" panose="020B0606020202030204" pitchFamily="34" charset="0"/>
              </a:rPr>
              <a:t> </a:t>
            </a:r>
            <a:r>
              <a:rPr lang="en-IN" sz="3200" dirty="0" err="1">
                <a:latin typeface="Arial Narrow" panose="020B0606020202030204" pitchFamily="34" charset="0"/>
              </a:rPr>
              <a:t>hai</a:t>
            </a:r>
            <a:endParaRPr lang="en-IN" sz="3200" dirty="0">
              <a:latin typeface="Arial Narrow" panose="020B0606020202030204" pitchFamily="34" charset="0"/>
            </a:endParaRPr>
          </a:p>
          <a:p>
            <a:endParaRPr lang="en-IN" sz="3200" dirty="0">
              <a:latin typeface="Arial Narrow" panose="020B0606020202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3200" dirty="0">
                <a:latin typeface="Arial Narrow" panose="020B0606020202030204" pitchFamily="34" charset="0"/>
              </a:rPr>
              <a:t>Form automatically reset </a:t>
            </a:r>
            <a:r>
              <a:rPr lang="en-IN" sz="3200" dirty="0" err="1">
                <a:latin typeface="Arial Narrow" panose="020B0606020202030204" pitchFamily="34" charset="0"/>
              </a:rPr>
              <a:t>ho</a:t>
            </a:r>
            <a:r>
              <a:rPr lang="en-IN" sz="3200" dirty="0">
                <a:latin typeface="Arial Narrow" panose="020B0606020202030204" pitchFamily="34" charset="0"/>
              </a:rPr>
              <a:t> </a:t>
            </a:r>
            <a:r>
              <a:rPr lang="en-IN" sz="3200" dirty="0" err="1">
                <a:latin typeface="Arial Narrow" panose="020B0606020202030204" pitchFamily="34" charset="0"/>
              </a:rPr>
              <a:t>jata</a:t>
            </a:r>
            <a:r>
              <a:rPr lang="en-IN" sz="3200" dirty="0">
                <a:latin typeface="Arial Narrow" panose="020B0606020202030204" pitchFamily="34" charset="0"/>
              </a:rPr>
              <a:t> </a:t>
            </a:r>
            <a:r>
              <a:rPr lang="en-IN" sz="3200" dirty="0" err="1">
                <a:latin typeface="Arial Narrow" panose="020B0606020202030204" pitchFamily="34" charset="0"/>
              </a:rPr>
              <a:t>hai</a:t>
            </a:r>
            <a:endParaRPr lang="en-IN" sz="3200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2336744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14</TotalTime>
  <Words>250</Words>
  <Application>Microsoft Office PowerPoint</Application>
  <PresentationFormat>Widescreen</PresentationFormat>
  <Paragraphs>65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Arial Narrow</vt:lpstr>
      <vt:lpstr>Trebuchet MS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Kunal Phalkey</dc:creator>
  <cp:lastModifiedBy>Kunal Phalkey</cp:lastModifiedBy>
  <cp:revision>1</cp:revision>
  <dcterms:created xsi:type="dcterms:W3CDTF">2026-02-09T05:56:48Z</dcterms:created>
  <dcterms:modified xsi:type="dcterms:W3CDTF">2026-02-09T06:10:51Z</dcterms:modified>
</cp:coreProperties>
</file>