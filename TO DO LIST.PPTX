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7B7C0-12D4-4C50-89A7-D9F3D1E6D53E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8399C-3398-4923-9E3E-069E10A209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870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8399C-3398-4923-9E3E-069E10A209C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537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8399C-3398-4923-9E3E-069E10A209C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946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18B62-2E84-9757-7658-D739EEDB1D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0641D-C3D9-21E0-732D-8C440F5884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414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0789B2-2C42-0D8F-0728-65C2F0FCC5CB}"/>
              </a:ext>
            </a:extLst>
          </p:cNvPr>
          <p:cNvSpPr txBox="1"/>
          <p:nvPr/>
        </p:nvSpPr>
        <p:spPr>
          <a:xfrm>
            <a:off x="363747" y="145905"/>
            <a:ext cx="970040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Slide 1 — Title Slide</a:t>
            </a:r>
          </a:p>
          <a:p>
            <a:pPr>
              <a:buNone/>
            </a:pPr>
            <a:r>
              <a:rPr lang="en-US" sz="3200" b="1" dirty="0"/>
              <a:t>Title:</a:t>
            </a:r>
            <a:br>
              <a:rPr lang="en-US" sz="3200" dirty="0"/>
            </a:br>
            <a:r>
              <a:rPr lang="en-US" sz="3200" b="1" dirty="0"/>
              <a:t>Daily Task Manager Website</a:t>
            </a:r>
            <a:endParaRPr lang="en-US" sz="3200" dirty="0"/>
          </a:p>
          <a:p>
            <a:pPr>
              <a:buNone/>
            </a:pPr>
            <a:r>
              <a:rPr lang="en-US" sz="3200" b="1" dirty="0"/>
              <a:t>Subtitle:</a:t>
            </a:r>
            <a:br>
              <a:rPr lang="en-US" sz="3200" dirty="0"/>
            </a:br>
            <a:r>
              <a:rPr lang="en-US" sz="3200" dirty="0"/>
              <a:t>A Simple Web Application to Manage Daily Tasks</a:t>
            </a:r>
          </a:p>
          <a:p>
            <a:pPr>
              <a:buNone/>
            </a:pPr>
            <a:r>
              <a:rPr lang="en-US" sz="3200" b="1" dirty="0"/>
              <a:t>Presented By:</a:t>
            </a:r>
            <a:br>
              <a:rPr lang="en-US" sz="3200" dirty="0"/>
            </a:br>
            <a:r>
              <a:rPr lang="en-US" sz="3200" dirty="0"/>
              <a:t>Chitransh Phalkey</a:t>
            </a:r>
          </a:p>
          <a:p>
            <a:pPr>
              <a:buNone/>
            </a:pPr>
            <a:r>
              <a:rPr lang="en-US" sz="3200" b="1" dirty="0"/>
              <a:t>Technology Used:</a:t>
            </a:r>
            <a:br>
              <a:rPr lang="en-US" sz="3200" dirty="0"/>
            </a:br>
            <a:r>
              <a:rPr lang="en-US" sz="3200" dirty="0"/>
              <a:t>HTML, CSS, JavaScript</a:t>
            </a:r>
          </a:p>
          <a:p>
            <a:pPr>
              <a:buNone/>
            </a:pPr>
            <a:r>
              <a:rPr lang="en-US" sz="3200" b="1" dirty="0"/>
              <a:t>Institute:</a:t>
            </a:r>
            <a:br>
              <a:rPr lang="en-US" sz="3200" dirty="0"/>
            </a:br>
            <a:r>
              <a:rPr lang="en-US" sz="3200" dirty="0"/>
              <a:t>Symbiosis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1807467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560F71-2D05-9373-EC37-7C83BA32BA30}"/>
              </a:ext>
            </a:extLst>
          </p:cNvPr>
          <p:cNvSpPr txBox="1"/>
          <p:nvPr/>
        </p:nvSpPr>
        <p:spPr>
          <a:xfrm>
            <a:off x="254478" y="396209"/>
            <a:ext cx="1087934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Slide 2 — Introduction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800" b="1" dirty="0"/>
              <a:t>What is a Task Manager?</a:t>
            </a:r>
            <a:endParaRPr lang="en-US" sz="2800" dirty="0"/>
          </a:p>
          <a:p>
            <a:pPr>
              <a:buNone/>
            </a:pPr>
            <a:r>
              <a:rPr lang="en-US" sz="2800" dirty="0"/>
              <a:t>A Task Manager is a web application used to organize daily activities.</a:t>
            </a:r>
          </a:p>
          <a:p>
            <a:pPr>
              <a:buNone/>
            </a:pPr>
            <a:r>
              <a:rPr lang="en-US" sz="2800" b="1" dirty="0"/>
              <a:t>Purpose of this Project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Help users track daily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Improve productivity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Keep work organized</a:t>
            </a:r>
          </a:p>
          <a:p>
            <a:pPr>
              <a:buNone/>
            </a:pPr>
            <a:r>
              <a:rPr lang="en-US" sz="2800" b="1" dirty="0"/>
              <a:t>Features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Add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Mark tasks as completed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Delete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Save tasks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2149142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9BF5A8-B8A0-C1BB-95B8-628B521C19B2}"/>
              </a:ext>
            </a:extLst>
          </p:cNvPr>
          <p:cNvSpPr txBox="1"/>
          <p:nvPr/>
        </p:nvSpPr>
        <p:spPr>
          <a:xfrm>
            <a:off x="260230" y="264413"/>
            <a:ext cx="1099436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Slide 3 — Technologies Used</a:t>
            </a:r>
          </a:p>
          <a:p>
            <a:pPr>
              <a:buNone/>
            </a:pPr>
            <a:r>
              <a:rPr lang="en-IN" sz="3200" b="1" dirty="0"/>
              <a:t>1. HTML</a:t>
            </a:r>
            <a:endParaRPr lang="en-IN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Structure of the webpage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Input field, buttons, task list</a:t>
            </a:r>
          </a:p>
          <a:p>
            <a:pPr>
              <a:buNone/>
            </a:pPr>
            <a:r>
              <a:rPr lang="en-IN" sz="3200" b="1" dirty="0"/>
              <a:t>2. CSS</a:t>
            </a:r>
            <a:endParaRPr lang="en-IN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Styling and layout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 err="1"/>
              <a:t>Glassmorphism</a:t>
            </a:r>
            <a:r>
              <a:rPr lang="en-IN" sz="3200" dirty="0"/>
              <a:t>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Responsive UI</a:t>
            </a:r>
          </a:p>
          <a:p>
            <a:pPr>
              <a:buNone/>
            </a:pPr>
            <a:r>
              <a:rPr lang="en-IN" sz="3200" b="1" dirty="0"/>
              <a:t>3. JavaScript</a:t>
            </a:r>
            <a:endParaRPr lang="en-IN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Add and delete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Mark tasks as completed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Store tasks using Local Storage</a:t>
            </a:r>
          </a:p>
        </p:txBody>
      </p:sp>
    </p:spTree>
    <p:extLst>
      <p:ext uri="{BB962C8B-B14F-4D97-AF65-F5344CB8AC3E}">
        <p14:creationId xmlns:p14="http://schemas.microsoft.com/office/powerpoint/2010/main" val="2978420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459D1C-F972-B984-4D67-2A7CFDBAC742}"/>
              </a:ext>
            </a:extLst>
          </p:cNvPr>
          <p:cNvSpPr txBox="1"/>
          <p:nvPr/>
        </p:nvSpPr>
        <p:spPr>
          <a:xfrm>
            <a:off x="271732" y="159943"/>
            <a:ext cx="1039626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Slide 4 — Working of the Website</a:t>
            </a:r>
          </a:p>
          <a:p>
            <a:pPr>
              <a:buNone/>
            </a:pPr>
            <a:r>
              <a:rPr lang="en-US" sz="2800" b="1" dirty="0"/>
              <a:t>Step 1</a:t>
            </a:r>
            <a:br>
              <a:rPr lang="en-US" sz="2800" dirty="0"/>
            </a:br>
            <a:r>
              <a:rPr lang="en-US" sz="2800" dirty="0"/>
              <a:t>User enters a task in the input box.</a:t>
            </a:r>
          </a:p>
          <a:p>
            <a:pPr>
              <a:buNone/>
            </a:pPr>
            <a:r>
              <a:rPr lang="en-US" sz="2800" b="1" dirty="0"/>
              <a:t>Step 2</a:t>
            </a:r>
            <a:br>
              <a:rPr lang="en-US" sz="2800" dirty="0"/>
            </a:br>
            <a:r>
              <a:rPr lang="en-US" sz="2800" dirty="0"/>
              <a:t>Click </a:t>
            </a:r>
            <a:r>
              <a:rPr lang="en-US" sz="2800" b="1" dirty="0"/>
              <a:t>Add button</a:t>
            </a:r>
            <a:r>
              <a:rPr lang="en-US" sz="2800" dirty="0"/>
              <a:t> to create a task.</a:t>
            </a:r>
          </a:p>
          <a:p>
            <a:pPr>
              <a:buNone/>
            </a:pPr>
            <a:r>
              <a:rPr lang="en-US" sz="2800" b="1" dirty="0"/>
              <a:t>Step 3</a:t>
            </a:r>
            <a:br>
              <a:rPr lang="en-US" sz="2800" dirty="0"/>
            </a:br>
            <a:r>
              <a:rPr lang="en-US" sz="2800" dirty="0"/>
              <a:t>Task appears in the task list.</a:t>
            </a:r>
          </a:p>
          <a:p>
            <a:pPr>
              <a:buNone/>
            </a:pPr>
            <a:r>
              <a:rPr lang="en-US" sz="2800" b="1" dirty="0"/>
              <a:t>Step 4</a:t>
            </a:r>
            <a:br>
              <a:rPr lang="en-US" sz="2800" dirty="0"/>
            </a:br>
            <a:r>
              <a:rPr lang="en-US" sz="2800" dirty="0"/>
              <a:t>User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Mark task complete ✓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Delete task ✕</a:t>
            </a:r>
          </a:p>
          <a:p>
            <a:pPr>
              <a:buNone/>
            </a:pPr>
            <a:r>
              <a:rPr lang="en-US" sz="2800" b="1" dirty="0"/>
              <a:t>Step 5</a:t>
            </a:r>
            <a:br>
              <a:rPr lang="en-US" sz="2800" dirty="0"/>
            </a:br>
            <a:r>
              <a:rPr lang="en-US" sz="2800" dirty="0"/>
              <a:t>Tasks are saved in </a:t>
            </a:r>
            <a:r>
              <a:rPr lang="en-US" sz="2800" b="1" dirty="0"/>
              <a:t>Local Storage</a:t>
            </a:r>
            <a:r>
              <a:rPr lang="en-US" sz="2800" dirty="0"/>
              <a:t> so they remain after page refresh.</a:t>
            </a:r>
          </a:p>
        </p:txBody>
      </p:sp>
    </p:spTree>
    <p:extLst>
      <p:ext uri="{BB962C8B-B14F-4D97-AF65-F5344CB8AC3E}">
        <p14:creationId xmlns:p14="http://schemas.microsoft.com/office/powerpoint/2010/main" val="3425988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2DE9A9-886F-0FA0-F966-CE82EA0E9356}"/>
              </a:ext>
            </a:extLst>
          </p:cNvPr>
          <p:cNvSpPr txBox="1"/>
          <p:nvPr/>
        </p:nvSpPr>
        <p:spPr>
          <a:xfrm>
            <a:off x="370936" y="761380"/>
            <a:ext cx="1066512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/>
              <a:t>Slide 5 — Key Features</a:t>
            </a:r>
          </a:p>
          <a:p>
            <a:pPr>
              <a:buNone/>
            </a:pPr>
            <a:r>
              <a:rPr lang="en-IN" sz="4000" dirty="0"/>
              <a:t>✔ Modern </a:t>
            </a:r>
            <a:r>
              <a:rPr lang="en-IN" sz="4000" b="1" dirty="0"/>
              <a:t>Glass UI Design</a:t>
            </a:r>
            <a:br>
              <a:rPr lang="en-IN" sz="4000" dirty="0"/>
            </a:br>
            <a:r>
              <a:rPr lang="en-IN" sz="4000" dirty="0"/>
              <a:t>✔ Smooth hover animations</a:t>
            </a:r>
            <a:br>
              <a:rPr lang="en-IN" sz="4000" dirty="0"/>
            </a:br>
            <a:r>
              <a:rPr lang="en-IN" sz="4000" dirty="0"/>
              <a:t>✔ Task completion toggle</a:t>
            </a:r>
            <a:br>
              <a:rPr lang="en-IN" sz="4000" dirty="0"/>
            </a:br>
            <a:r>
              <a:rPr lang="en-IN" sz="4000" dirty="0"/>
              <a:t>✔ Delete task option</a:t>
            </a:r>
            <a:br>
              <a:rPr lang="en-IN" sz="4000" dirty="0"/>
            </a:br>
            <a:r>
              <a:rPr lang="en-IN" sz="4000" dirty="0"/>
              <a:t>✔ Automatic data saving using </a:t>
            </a:r>
            <a:r>
              <a:rPr lang="en-IN" sz="4000" b="1" dirty="0" err="1"/>
              <a:t>LocalStorage</a:t>
            </a:r>
            <a:br>
              <a:rPr lang="en-IN" sz="4000" dirty="0"/>
            </a:br>
            <a:r>
              <a:rPr lang="en-IN" sz="4000" dirty="0"/>
              <a:t>✔ Scrollable task list</a:t>
            </a:r>
          </a:p>
        </p:txBody>
      </p:sp>
    </p:spTree>
    <p:extLst>
      <p:ext uri="{BB962C8B-B14F-4D97-AF65-F5344CB8AC3E}">
        <p14:creationId xmlns:p14="http://schemas.microsoft.com/office/powerpoint/2010/main" val="3619451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E08266-756F-268F-4A3C-179931580A0F}"/>
              </a:ext>
            </a:extLst>
          </p:cNvPr>
          <p:cNvSpPr txBox="1"/>
          <p:nvPr/>
        </p:nvSpPr>
        <p:spPr>
          <a:xfrm>
            <a:off x="242977" y="218406"/>
            <a:ext cx="10908102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u="sng" dirty="0"/>
              <a:t>Slide 6 — Conclusion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800" dirty="0"/>
              <a:t>This project demonstrates the use of </a:t>
            </a:r>
            <a:r>
              <a:rPr lang="en-US" sz="2800" b="1" dirty="0"/>
              <a:t>HTML, CSS, and JavaScript</a:t>
            </a:r>
            <a:r>
              <a:rPr lang="en-US" sz="2800" dirty="0"/>
              <a:t> to build a functional web application.</a:t>
            </a:r>
          </a:p>
          <a:p>
            <a:pPr>
              <a:buNone/>
            </a:pPr>
            <a:r>
              <a:rPr lang="en-US" sz="2800" b="1" dirty="0"/>
              <a:t>Benefits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Helps users stay organized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Improves productivity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Simple and user-friendly design</a:t>
            </a:r>
          </a:p>
          <a:p>
            <a:pPr>
              <a:buNone/>
            </a:pPr>
            <a:r>
              <a:rPr lang="en-US" sz="2800" b="1" dirty="0"/>
              <a:t>Future Improvements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Task deadlines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Task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Mobile responsive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Cloud storage</a:t>
            </a:r>
          </a:p>
        </p:txBody>
      </p:sp>
    </p:spTree>
    <p:extLst>
      <p:ext uri="{BB962C8B-B14F-4D97-AF65-F5344CB8AC3E}">
        <p14:creationId xmlns:p14="http://schemas.microsoft.com/office/powerpoint/2010/main" val="197552713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{CB352F95-A077-475C-8DCF-A77C12091873}TFc986dd65-aaf0-4d5c-bef9-9c391ee05f7b738e0fce-4a319d133af4</Template>
  <TotalTime>5</TotalTime>
  <Words>292</Words>
  <Application>Microsoft Office PowerPoint</Application>
  <PresentationFormat>Widescreen</PresentationFormat>
  <Paragraphs>55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Phalkey</dc:creator>
  <cp:lastModifiedBy>Kunal Phalkey</cp:lastModifiedBy>
  <cp:revision>1</cp:revision>
  <dcterms:created xsi:type="dcterms:W3CDTF">2026-03-05T04:47:31Z</dcterms:created>
  <dcterms:modified xsi:type="dcterms:W3CDTF">2026-03-05T04:53:23Z</dcterms:modified>
</cp:coreProperties>
</file>