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1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25AA12-FE24-109A-23F9-25BA86107E84}"/>
              </a:ext>
            </a:extLst>
          </p:cNvPr>
          <p:cNvSpPr txBox="1"/>
          <p:nvPr/>
        </p:nvSpPr>
        <p:spPr>
          <a:xfrm>
            <a:off x="1766978" y="589803"/>
            <a:ext cx="909655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🟠 Slide 1 </a:t>
            </a:r>
          </a:p>
          <a:p>
            <a:pPr>
              <a:buNone/>
            </a:pPr>
            <a:endParaRPr lang="en-IN" sz="3600" b="1" dirty="0"/>
          </a:p>
          <a:p>
            <a:pPr>
              <a:buNone/>
            </a:pPr>
            <a:r>
              <a:rPr lang="en-IN" sz="3600" b="1" dirty="0" err="1"/>
              <a:t>QuickMart</a:t>
            </a:r>
            <a:r>
              <a:rPr lang="en-IN" sz="3600" b="1" dirty="0"/>
              <a:t> – Premium Accessories Store</a:t>
            </a:r>
          </a:p>
          <a:p>
            <a:pPr>
              <a:buNone/>
            </a:pPr>
            <a:endParaRPr lang="en-IN" sz="3600" b="1" dirty="0"/>
          </a:p>
          <a:p>
            <a:pPr>
              <a:buNone/>
            </a:pPr>
            <a:r>
              <a:rPr lang="en-IN" sz="3600" dirty="0"/>
              <a:t>📱💻 Mobile &amp; Laptop Accessories Website</a:t>
            </a:r>
          </a:p>
          <a:p>
            <a:pPr>
              <a:buNone/>
            </a:pPr>
            <a:endParaRPr lang="en-IN" sz="3600" dirty="0"/>
          </a:p>
          <a:p>
            <a:pPr>
              <a:buNone/>
            </a:pPr>
            <a:r>
              <a:rPr lang="en-IN" sz="3600" dirty="0"/>
              <a:t>Course: Web Development</a:t>
            </a:r>
          </a:p>
          <a:p>
            <a:pPr>
              <a:buNone/>
            </a:pPr>
            <a:br>
              <a:rPr lang="en-IN" sz="3600" dirty="0"/>
            </a:br>
            <a:r>
              <a:rPr lang="en-IN" sz="3600" dirty="0"/>
              <a:t>Technology Used: HTML, CSS, JavaScript</a:t>
            </a:r>
          </a:p>
        </p:txBody>
      </p:sp>
    </p:spTree>
    <p:extLst>
      <p:ext uri="{BB962C8B-B14F-4D97-AF65-F5344CB8AC3E}">
        <p14:creationId xmlns:p14="http://schemas.microsoft.com/office/powerpoint/2010/main" val="2194599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BEBB29-B9A0-BFC0-A452-B2E73E3A20EF}"/>
              </a:ext>
            </a:extLst>
          </p:cNvPr>
          <p:cNvSpPr txBox="1"/>
          <p:nvPr/>
        </p:nvSpPr>
        <p:spPr>
          <a:xfrm>
            <a:off x="1777042" y="179579"/>
            <a:ext cx="854015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🟠 Slide 2 – Project Overview</a:t>
            </a:r>
          </a:p>
          <a:p>
            <a:pPr>
              <a:buNone/>
            </a:pPr>
            <a:r>
              <a:rPr lang="en-US" sz="2400" b="1" dirty="0"/>
              <a:t>🔹 Project Description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dirty="0" err="1"/>
              <a:t>QuickMart</a:t>
            </a:r>
            <a:r>
              <a:rPr lang="en-US" sz="2400" dirty="0"/>
              <a:t> is a responsive e-commerce website for mobile and laptop accessories.</a:t>
            </a:r>
          </a:p>
          <a:p>
            <a:pPr>
              <a:buNone/>
            </a:pPr>
            <a:br>
              <a:rPr lang="en-US" sz="2400" dirty="0"/>
            </a:br>
            <a:r>
              <a:rPr lang="en-US" sz="2400" dirty="0"/>
              <a:t>It allows users to browse products and add items to the cart.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🔹 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design a modern shopping interface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implement dynamic product rendering using JavaScript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create a responsive layout</a:t>
            </a:r>
          </a:p>
        </p:txBody>
      </p:sp>
    </p:spTree>
    <p:extLst>
      <p:ext uri="{BB962C8B-B14F-4D97-AF65-F5344CB8AC3E}">
        <p14:creationId xmlns:p14="http://schemas.microsoft.com/office/powerpoint/2010/main" val="184437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86576F-4187-EECA-A002-B8CA5A49A960}"/>
              </a:ext>
            </a:extLst>
          </p:cNvPr>
          <p:cNvSpPr txBox="1"/>
          <p:nvPr/>
        </p:nvSpPr>
        <p:spPr>
          <a:xfrm>
            <a:off x="751114" y="228994"/>
            <a:ext cx="1059397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/>
              <a:t>🟠 Slide 3 – Technologies Used</a:t>
            </a:r>
          </a:p>
          <a:p>
            <a:pPr algn="just">
              <a:buNone/>
            </a:pPr>
            <a:r>
              <a:rPr lang="en-IN" sz="2000" b="1" dirty="0"/>
              <a:t>💻 Frontend Technologies</a:t>
            </a:r>
          </a:p>
          <a:p>
            <a:pPr algn="just">
              <a:buNone/>
            </a:pPr>
            <a:endParaRPr lang="en-IN" sz="2000" b="1" dirty="0"/>
          </a:p>
          <a:p>
            <a:pPr algn="just">
              <a:buNone/>
            </a:pPr>
            <a:r>
              <a:rPr lang="en-IN" sz="2000" b="1" dirty="0"/>
              <a:t>1️⃣ HTML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Structure of website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Navbar, Hero section, Product section, Contact section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algn="just">
              <a:buNone/>
            </a:pPr>
            <a:r>
              <a:rPr lang="en-IN" sz="2000" b="1" dirty="0"/>
              <a:t>2️⃣ CSS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Styling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Grid layout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Hover effects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Responsive design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algn="just">
              <a:buNone/>
            </a:pPr>
            <a:r>
              <a:rPr lang="en-IN" sz="2000" b="1" dirty="0"/>
              <a:t>3️⃣ JavaScript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Dynamic product display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Add to cart functionality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Scroll </a:t>
            </a:r>
            <a:r>
              <a:rPr lang="en-IN" sz="2000" dirty="0" err="1"/>
              <a:t>behavior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29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83842D-9E43-070D-7977-B80E362FE743}"/>
              </a:ext>
            </a:extLst>
          </p:cNvPr>
          <p:cNvSpPr txBox="1"/>
          <p:nvPr/>
        </p:nvSpPr>
        <p:spPr>
          <a:xfrm>
            <a:off x="692330" y="465631"/>
            <a:ext cx="990817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🟠 Slide 4 – Website Features</a:t>
            </a:r>
          </a:p>
          <a:p>
            <a:pPr>
              <a:buNone/>
            </a:pPr>
            <a:endParaRPr lang="en-US" sz="3600" b="1" dirty="0"/>
          </a:p>
          <a:p>
            <a:pPr>
              <a:buNone/>
            </a:pPr>
            <a:r>
              <a:rPr lang="en-US" sz="3600" b="1" dirty="0"/>
              <a:t>🚀 Key Features</a:t>
            </a:r>
          </a:p>
          <a:p>
            <a:pPr>
              <a:buNone/>
            </a:pPr>
            <a:r>
              <a:rPr lang="en-US" sz="3600" dirty="0"/>
              <a:t>✔ Responsive Navigation Bar</a:t>
            </a:r>
            <a:br>
              <a:rPr lang="en-US" sz="3600" dirty="0"/>
            </a:br>
            <a:r>
              <a:rPr lang="en-US" sz="3600" dirty="0"/>
              <a:t>✔ Hero Section with Call-To-Action</a:t>
            </a:r>
            <a:br>
              <a:rPr lang="en-US" sz="3600" dirty="0"/>
            </a:br>
            <a:r>
              <a:rPr lang="en-US" sz="3600" dirty="0"/>
              <a:t>✔ Dynamic Product Cards</a:t>
            </a:r>
            <a:br>
              <a:rPr lang="en-US" sz="3600" dirty="0"/>
            </a:br>
            <a:r>
              <a:rPr lang="en-US" sz="3600" dirty="0"/>
              <a:t>✔ Add to Cart Counter</a:t>
            </a:r>
            <a:br>
              <a:rPr lang="en-US" sz="3600" dirty="0"/>
            </a:br>
            <a:r>
              <a:rPr lang="en-US" sz="3600" dirty="0"/>
              <a:t>✔ Smooth Scroll Function</a:t>
            </a:r>
            <a:br>
              <a:rPr lang="en-US" sz="3600" dirty="0"/>
            </a:br>
            <a:r>
              <a:rPr lang="en-US" sz="3600" dirty="0"/>
              <a:t>✔ Modern UI Design</a:t>
            </a:r>
          </a:p>
        </p:txBody>
      </p:sp>
    </p:spTree>
    <p:extLst>
      <p:ext uri="{BB962C8B-B14F-4D97-AF65-F5344CB8AC3E}">
        <p14:creationId xmlns:p14="http://schemas.microsoft.com/office/powerpoint/2010/main" val="1119492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5524EF-4F10-3BEC-73C0-8B03783BF332}"/>
              </a:ext>
            </a:extLst>
          </p:cNvPr>
          <p:cNvSpPr txBox="1"/>
          <p:nvPr/>
        </p:nvSpPr>
        <p:spPr>
          <a:xfrm>
            <a:off x="568234" y="338856"/>
            <a:ext cx="1144959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🟠 Slide 5 – JavaScript Functionality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800" b="1" dirty="0"/>
              <a:t>🧠 Dynamic Product Rendering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Products stored in an array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Cards generated using </a:t>
            </a:r>
            <a:r>
              <a:rPr lang="en-IN" sz="2800" dirty="0" err="1">
                <a:latin typeface="Courier New" panose="02070309020205020404" pitchFamily="49" charset="0"/>
              </a:rPr>
              <a:t>forEach</a:t>
            </a:r>
            <a:r>
              <a:rPr lang="en-IN" sz="2800" dirty="0">
                <a:latin typeface="Courier New" panose="02070309020205020404" pitchFamily="49" charset="0"/>
              </a:rPr>
              <a:t>()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DOM manipulation used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🛒 Cart Feature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Cart count increases when clicking "Add to Cart"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Counter updated using </a:t>
            </a:r>
            <a:r>
              <a:rPr lang="en-IN" sz="2800" dirty="0" err="1">
                <a:latin typeface="Courier New" panose="02070309020205020404" pitchFamily="49" charset="0"/>
              </a:rPr>
              <a:t>innerText</a:t>
            </a:r>
            <a:endParaRPr lang="en-IN" sz="2800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📜 Smooth Scroll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scrollIntoView</a:t>
            </a:r>
            <a:r>
              <a:rPr lang="en-IN" sz="2800" dirty="0"/>
              <a:t>() used</a:t>
            </a:r>
          </a:p>
        </p:txBody>
      </p:sp>
    </p:spTree>
    <p:extLst>
      <p:ext uri="{BB962C8B-B14F-4D97-AF65-F5344CB8AC3E}">
        <p14:creationId xmlns:p14="http://schemas.microsoft.com/office/powerpoint/2010/main" val="641426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E16D30-8529-9EA9-B34B-A610D8E9874E}"/>
              </a:ext>
            </a:extLst>
          </p:cNvPr>
          <p:cNvSpPr txBox="1"/>
          <p:nvPr/>
        </p:nvSpPr>
        <p:spPr>
          <a:xfrm>
            <a:off x="720634" y="402831"/>
            <a:ext cx="1075073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🟠 Slide 6 – Conclusion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800" b="1" dirty="0"/>
              <a:t>✅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Successfully created a modern e-commerce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Implemented dynamic product listing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Applied DOM manipulation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Enhanced practical knowledge of JavaScript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🔮 Future 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Login &amp; Signup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Payment gateway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Database connectivity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Search &amp; Filter feature</a:t>
            </a:r>
          </a:p>
        </p:txBody>
      </p:sp>
    </p:spTree>
    <p:extLst>
      <p:ext uri="{BB962C8B-B14F-4D97-AF65-F5344CB8AC3E}">
        <p14:creationId xmlns:p14="http://schemas.microsoft.com/office/powerpoint/2010/main" val="2152365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AA4946-3C10-E2B8-136D-10CBA3631556}"/>
              </a:ext>
            </a:extLst>
          </p:cNvPr>
          <p:cNvSpPr txBox="1"/>
          <p:nvPr/>
        </p:nvSpPr>
        <p:spPr>
          <a:xfrm>
            <a:off x="764176" y="1679420"/>
            <a:ext cx="103653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7200" b="1" dirty="0">
                <a:latin typeface="Agency FB" panose="020B0503020202020204" pitchFamily="34" charset="0"/>
              </a:rPr>
              <a:t>Made By: Chitransh Phalkey</a:t>
            </a:r>
          </a:p>
          <a:p>
            <a:pPr algn="ctr">
              <a:buNone/>
            </a:pPr>
            <a:r>
              <a:rPr lang="en-US" sz="7200" b="1" dirty="0">
                <a:latin typeface="Agency FB" panose="020B0503020202020204" pitchFamily="34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22575054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{CB352F95-A077-475C-8DCF-A77C12091873}TFc986dd65-aaf0-4d5c-bef9-9c391ee05f7b738e0fce-4a319d133af4</Template>
  <TotalTime>14</TotalTime>
  <Words>260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Agency FB</vt:lpstr>
      <vt:lpstr>Arial</vt:lpstr>
      <vt:lpstr>Courier New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Phalkey</dc:creator>
  <cp:lastModifiedBy>Kunal Phalkey</cp:lastModifiedBy>
  <cp:revision>1</cp:revision>
  <dcterms:created xsi:type="dcterms:W3CDTF">2026-02-16T05:37:09Z</dcterms:created>
  <dcterms:modified xsi:type="dcterms:W3CDTF">2026-02-16T05:51:55Z</dcterms:modified>
</cp:coreProperties>
</file>